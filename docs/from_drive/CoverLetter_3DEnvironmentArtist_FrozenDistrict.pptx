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8000000" cx="10800000"/>
  <p:notesSz cx="6858000" cy="9144000"/>
  <p:embeddedFontLst>
    <p:embeddedFont>
      <p:font typeface="Rubik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747775"/>
          </p15:clr>
        </p15:guide>
        <p15:guide id="2" pos="61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61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ubik-boldItalic.fntdata"/><Relationship Id="rId9" Type="http://schemas.openxmlformats.org/officeDocument/2006/relationships/font" Target="fonts/Rubi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ubik-regular.fntdata"/><Relationship Id="rId8" Type="http://schemas.openxmlformats.org/officeDocument/2006/relationships/font" Target="fonts/Rubi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00602" y="685800"/>
            <a:ext cx="2057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400602" y="685800"/>
            <a:ext cx="2057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8159" y="2605687"/>
            <a:ext cx="10063800" cy="71832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8150" y="9918198"/>
            <a:ext cx="10063800" cy="27738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006840" y="16319219"/>
            <a:ext cx="648000" cy="13773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8150" y="7527034"/>
            <a:ext cx="10063800" cy="29460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0006840" y="16319219"/>
            <a:ext cx="648000" cy="13773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8150" y="1557393"/>
            <a:ext cx="10063800" cy="20040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8150" y="4033158"/>
            <a:ext cx="10063800" cy="119559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006840" y="16319219"/>
            <a:ext cx="648000" cy="13773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8150" y="1557393"/>
            <a:ext cx="10063800" cy="20040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8150" y="4033158"/>
            <a:ext cx="4724400" cy="119559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707559" y="4033158"/>
            <a:ext cx="4724400" cy="119559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0006840" y="16319219"/>
            <a:ext cx="648000" cy="13773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8150" y="1557393"/>
            <a:ext cx="10063800" cy="20040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0006840" y="16319219"/>
            <a:ext cx="648000" cy="13773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8150" y="1944357"/>
            <a:ext cx="3316800" cy="26442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8150" y="4862992"/>
            <a:ext cx="3316800" cy="111264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0006840" y="16319219"/>
            <a:ext cx="648000" cy="13773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9035" y="1575328"/>
            <a:ext cx="7521000" cy="143160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0006840" y="16319219"/>
            <a:ext cx="648000" cy="13773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400000" y="-437"/>
            <a:ext cx="5400000" cy="18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3583" y="4315573"/>
            <a:ext cx="4777800" cy="51873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3583" y="9809536"/>
            <a:ext cx="4777800" cy="43224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834055" y="2533946"/>
            <a:ext cx="4531800" cy="129312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0006840" y="16319219"/>
            <a:ext cx="648000" cy="13773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8150" y="14805162"/>
            <a:ext cx="7085100" cy="21177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0006840" y="16319219"/>
            <a:ext cx="648000" cy="13773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8150" y="3870954"/>
            <a:ext cx="10063800" cy="68712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8150" y="11031409"/>
            <a:ext cx="10063800" cy="45519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0006840" y="16319219"/>
            <a:ext cx="648000" cy="13773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0006840" y="16319219"/>
            <a:ext cx="648000" cy="13773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8150" y="1557393"/>
            <a:ext cx="10063800" cy="2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8150" y="4033158"/>
            <a:ext cx="10063800" cy="119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006840" y="16319219"/>
            <a:ext cx="648000" cy="13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ydoryk.com/detail/Mars/" TargetMode="External"/><Relationship Id="rId4" Type="http://schemas.openxmlformats.org/officeDocument/2006/relationships/hyperlink" Target="https://sydoryk.com/detail/Safari/" TargetMode="External"/><Relationship Id="rId5" Type="http://schemas.openxmlformats.org/officeDocument/2006/relationships/hyperlink" Target="https://sydoryk.com/detail/Showreel/" TargetMode="External"/><Relationship Id="rId6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55019" y="910090"/>
            <a:ext cx="630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4900">
                <a:latin typeface="Rubik"/>
                <a:ea typeface="Rubik"/>
                <a:cs typeface="Rubik"/>
                <a:sym typeface="Rubik"/>
              </a:rPr>
              <a:t>SYDORYK OLEH</a:t>
            </a:r>
            <a:endParaRPr sz="49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04066" y="1958249"/>
            <a:ext cx="437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900">
                <a:latin typeface="Spartan"/>
                <a:ea typeface="Spartan"/>
                <a:cs typeface="Spartan"/>
                <a:sym typeface="Spartan"/>
              </a:rPr>
              <a:t>3D Environment Artist</a:t>
            </a:r>
            <a:endParaRPr sz="1900"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6218312" y="2068735"/>
            <a:ext cx="3568357" cy="906030"/>
            <a:chOff x="4352731" y="1228757"/>
            <a:chExt cx="2497800" cy="538150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4352731" y="1228757"/>
              <a:ext cx="2497800" cy="1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+48 793 198 675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4352731" y="1444748"/>
              <a:ext cx="2497800" cy="1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sydorykoleh@gmail.com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4352731" y="1657107"/>
              <a:ext cx="2497800" cy="1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Krakow, Poland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1033592" y="3174889"/>
            <a:ext cx="8738318" cy="95334"/>
            <a:chOff x="720800" y="2296300"/>
            <a:chExt cx="6116700" cy="56625"/>
          </a:xfrm>
        </p:grpSpPr>
        <p:cxnSp>
          <p:nvCxnSpPr>
            <p:cNvPr id="61" name="Google Shape;61;p13"/>
            <p:cNvCxnSpPr/>
            <p:nvPr/>
          </p:nvCxnSpPr>
          <p:spPr>
            <a:xfrm>
              <a:off x="720800" y="2296300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720800" y="2352925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" name="Google Shape;63;p13"/>
          <p:cNvSpPr txBox="1"/>
          <p:nvPr/>
        </p:nvSpPr>
        <p:spPr>
          <a:xfrm>
            <a:off x="1016099" y="10174583"/>
            <a:ext cx="54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Hi,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018850" y="10440723"/>
            <a:ext cx="8767800" cy="6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Looks like we are a good fit. I have extensive experience in the 3D industry (9+ years), and I’m fully comfortable working on assets and environments for the background.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the few reasons why I’m a strong match for the 3D Environment Artist position: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have over 9 years of experience in the CG industry, and I can handle every step of in environment creation - from modeling, texturing, optimization to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dressing, and lighting/FX.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 worked mostly in Maya, Unreal. Currently working fully in Houdini. I can build procedural workflows to optimize assets(to different platforms, LODs), build complex scattering systems and automation(PDG) to process and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assets and expand studio library.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can also export HDAs from Houdini directly into Unity so that artists can use custom tools without technical knowledge. 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also Houdini to create custom terrains to be used inside Unreal Engine for movie production: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https://sydoryk.com/detail/Mars/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used SpeedTree long time ago to create all vegetation for this short movie: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https://sydoryk.com/detail/Safari/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I’m comfortable using Git or Perforce. My personal website is hosted on GitHub.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TD at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previous job, we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built a pipeline to transition traditional movie production into a real-time workflow (Unreal Engine 5). In Unreal I learned every aspect required to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successfully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finish short movie. Here is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showreel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https://sydoryk.com/detail/Showreel/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25 seconds is movie done completely in Unreal 5. Other movies used traditional rendering.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I’m not a perfect match: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don’t have much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practice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Substance, I build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procedural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shaders in engine materials directly without texture baking.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I’m confident I can quickly adapt to studio workflow and contribute to team.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would love to have a call, or even better meeting in the office to discuss this opportunity further.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988322" y="17328168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Spartan"/>
                <a:ea typeface="Spartan"/>
                <a:cs typeface="Spartan"/>
                <a:sym typeface="Spartan"/>
              </a:rPr>
              <a:t>Sincerely,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988313" y="17559163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Sydoryk Oleh</a:t>
            </a:r>
            <a:endParaRPr b="1"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016100" y="3752403"/>
            <a:ext cx="8767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szczeniaczki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taunt me with memes, this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supposed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be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serious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business. Right? Right?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13" title="acmpyk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8326" y="4282971"/>
            <a:ext cx="4878875" cy="487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