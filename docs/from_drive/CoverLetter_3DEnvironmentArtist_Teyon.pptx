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com/detail/Showree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Environment Artist</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+48 793 198 675</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Hi,</a:t>
            </a:r>
            <a:endParaRPr sz="1200">
              <a:latin typeface="Spartan"/>
              <a:ea typeface="Spartan"/>
              <a:cs typeface="Spartan"/>
              <a:sym typeface="Spartan"/>
            </a:endParaRPr>
          </a:p>
        </p:txBody>
      </p:sp>
      <p:sp>
        <p:nvSpPr>
          <p:cNvPr id="64" name="Google Shape;64;p13"/>
          <p:cNvSpPr txBox="1"/>
          <p:nvPr/>
        </p:nvSpPr>
        <p:spPr>
          <a:xfrm>
            <a:off x="1018786" y="2971314"/>
            <a:ext cx="8767800" cy="70683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Looks like we are a good fit. I have extensive experience in the 3D industry (9+ years), and I’m fully comfortable working on assets and environments and procedural workflows.</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Here are the reasons why I’m a strong match for the Senior Environment Artist position:</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600">
                <a:solidFill>
                  <a:schemeClr val="dk1"/>
                </a:solidFill>
                <a:latin typeface="Calibri"/>
                <a:ea typeface="Calibri"/>
                <a:cs typeface="Calibri"/>
                <a:sym typeface="Calibri"/>
              </a:rPr>
              <a:t>Extensive experience. </a:t>
            </a:r>
            <a:endParaRPr b="1" sz="16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I have over 9 years of experience in the CG industry, and I can handle every step of in environment creation - from modeling, texturing, optimization to </a:t>
            </a:r>
            <a:r>
              <a:rPr lang="uk">
                <a:solidFill>
                  <a:schemeClr val="dk1"/>
                </a:solidFill>
                <a:latin typeface="Calibri"/>
                <a:ea typeface="Calibri"/>
                <a:cs typeface="Calibri"/>
                <a:sym typeface="Calibri"/>
              </a:rPr>
              <a:t>set dressing, tool creation and automation</a:t>
            </a:r>
            <a:r>
              <a:rPr lang="uk">
                <a:solidFill>
                  <a:schemeClr val="dk1"/>
                </a:solidFill>
                <a:latin typeface="Calibri"/>
                <a:ea typeface="Calibri"/>
                <a:cs typeface="Calibri"/>
                <a:sym typeface="Calibri"/>
              </a:rPr>
              <a:t>. I built multiple procedural shaders over the years, mostly in redshift/mtlx. I worked in Maya, Unreal. Currently working fully in Houdini. I can build procedural workflows to optimize assets(to different platforms, LODs), build complex scattering systems and automation(PDG) to process and </a:t>
            </a:r>
            <a:r>
              <a:rPr lang="uk">
                <a:solidFill>
                  <a:schemeClr val="dk1"/>
                </a:solidFill>
                <a:latin typeface="Calibri"/>
                <a:ea typeface="Calibri"/>
                <a:cs typeface="Calibri"/>
                <a:sym typeface="Calibri"/>
              </a:rPr>
              <a:t>validate</a:t>
            </a:r>
            <a:r>
              <a:rPr lang="uk">
                <a:solidFill>
                  <a:schemeClr val="dk1"/>
                </a:solidFill>
                <a:latin typeface="Calibri"/>
                <a:ea typeface="Calibri"/>
                <a:cs typeface="Calibri"/>
                <a:sym typeface="Calibri"/>
              </a:rPr>
              <a:t> assets and expand studio library. </a:t>
            </a:r>
            <a:r>
              <a:rPr lang="uk">
                <a:solidFill>
                  <a:schemeClr val="dk1"/>
                </a:solidFill>
                <a:latin typeface="Calibri"/>
                <a:ea typeface="Calibri"/>
                <a:cs typeface="Calibri"/>
                <a:sym typeface="Calibri"/>
              </a:rPr>
              <a:t>Furthermore I can export HDAs from Houdini so that artists can use tools directly in Unreal to easily create custom assets(buildings, wires, fences and other assets that require small changes to fit into environment that would be too annoying to do manually) without any technical knowledge.</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600">
                <a:solidFill>
                  <a:schemeClr val="dk1"/>
                </a:solidFill>
                <a:latin typeface="Calibri"/>
                <a:ea typeface="Calibri"/>
                <a:cs typeface="Calibri"/>
                <a:sym typeface="Calibri"/>
              </a:rPr>
              <a:t>Versatility. </a:t>
            </a:r>
            <a:endParaRPr b="1" sz="16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Over the years, I’ve worked with multiple render engines (Arnold, Redshift, Karma, and others) and even built a pipeline(with our TD) to transition traditional movie production into a real-time workflow (Unreal Engine 5). In Unreal I learned every aspect required to </a:t>
            </a:r>
            <a:r>
              <a:rPr lang="uk">
                <a:solidFill>
                  <a:schemeClr val="dk1"/>
                </a:solidFill>
                <a:latin typeface="Calibri"/>
                <a:ea typeface="Calibri"/>
                <a:cs typeface="Calibri"/>
                <a:sym typeface="Calibri"/>
              </a:rPr>
              <a:t>successfully</a:t>
            </a:r>
            <a:r>
              <a:rPr lang="uk">
                <a:solidFill>
                  <a:schemeClr val="dk1"/>
                </a:solidFill>
                <a:latin typeface="Calibri"/>
                <a:ea typeface="Calibri"/>
                <a:cs typeface="Calibri"/>
                <a:sym typeface="Calibri"/>
              </a:rPr>
              <a:t> finish short movie. Here is </a:t>
            </a:r>
            <a:r>
              <a:rPr lang="uk">
                <a:solidFill>
                  <a:schemeClr val="dk1"/>
                </a:solidFill>
                <a:latin typeface="Calibri"/>
                <a:ea typeface="Calibri"/>
                <a:cs typeface="Calibri"/>
                <a:sym typeface="Calibri"/>
              </a:rPr>
              <a:t>showreel</a:t>
            </a:r>
            <a:r>
              <a:rPr lang="uk">
                <a:solidFill>
                  <a:schemeClr val="dk1"/>
                </a:solidFill>
                <a:latin typeface="Calibri"/>
                <a:ea typeface="Calibri"/>
                <a:cs typeface="Calibri"/>
                <a:sym typeface="Calibri"/>
              </a:rPr>
              <a:t>: </a:t>
            </a:r>
            <a:r>
              <a:rPr lang="uk" u="sng">
                <a:solidFill>
                  <a:schemeClr val="hlink"/>
                </a:solidFill>
                <a:latin typeface="Calibri"/>
                <a:ea typeface="Calibri"/>
                <a:cs typeface="Calibri"/>
                <a:sym typeface="Calibri"/>
                <a:hlinkClick r:id="rId3"/>
              </a:rPr>
              <a:t>https://sydoryk.com/detail/Showreel/</a:t>
            </a:r>
            <a:r>
              <a:rPr lang="uk">
                <a:solidFill>
                  <a:schemeClr val="dk1"/>
                </a:solidFill>
                <a:latin typeface="Calibri"/>
                <a:ea typeface="Calibri"/>
                <a:cs typeface="Calibri"/>
                <a:sym typeface="Calibri"/>
              </a:rPr>
              <a:t> </a:t>
            </a:r>
            <a:r>
              <a:rPr lang="uk">
                <a:solidFill>
                  <a:schemeClr val="dk1"/>
                </a:solidFill>
                <a:latin typeface="Calibri"/>
                <a:ea typeface="Calibri"/>
                <a:cs typeface="Calibri"/>
                <a:sym typeface="Calibri"/>
              </a:rPr>
              <a:t>First</a:t>
            </a:r>
            <a:r>
              <a:rPr lang="uk">
                <a:solidFill>
                  <a:schemeClr val="dk1"/>
                </a:solidFill>
                <a:latin typeface="Calibri"/>
                <a:ea typeface="Calibri"/>
                <a:cs typeface="Calibri"/>
                <a:sym typeface="Calibri"/>
              </a:rPr>
              <a:t> 25 seconds is movie done completely in Unreal 5. Other movies used traditional rendering. I’m </a:t>
            </a:r>
            <a:r>
              <a:rPr lang="uk">
                <a:solidFill>
                  <a:schemeClr val="dk1"/>
                </a:solidFill>
                <a:latin typeface="Calibri"/>
                <a:ea typeface="Calibri"/>
                <a:cs typeface="Calibri"/>
                <a:sym typeface="Calibri"/>
              </a:rPr>
              <a:t>following industry standards and up to date with technology.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600">
                <a:solidFill>
                  <a:schemeClr val="dk1"/>
                </a:solidFill>
                <a:latin typeface="Calibri"/>
                <a:ea typeface="Calibri"/>
                <a:cs typeface="Calibri"/>
                <a:sym typeface="Calibri"/>
              </a:rPr>
              <a:t>Why I’m not a perfect match:</a:t>
            </a:r>
            <a:endParaRPr b="1" sz="16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I never was involved in sculpting </a:t>
            </a:r>
            <a:r>
              <a:rPr lang="uk">
                <a:solidFill>
                  <a:schemeClr val="dk1"/>
                </a:solidFill>
                <a:latin typeface="Calibri"/>
                <a:ea typeface="Calibri"/>
                <a:cs typeface="Calibri"/>
                <a:sym typeface="Calibri"/>
              </a:rPr>
              <a:t>organic</a:t>
            </a:r>
            <a:r>
              <a:rPr lang="uk">
                <a:solidFill>
                  <a:schemeClr val="dk1"/>
                </a:solidFill>
                <a:latin typeface="Calibri"/>
                <a:ea typeface="Calibri"/>
                <a:cs typeface="Calibri"/>
                <a:sym typeface="Calibri"/>
              </a:rPr>
              <a:t> shapes using Zbrush. Poly modeling is no problem.</a:t>
            </a:r>
            <a:br>
              <a:rPr lang="uk">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I didn’t program shaders in HLSL or GLSL.</a:t>
            </a:r>
            <a:br>
              <a:rPr lang="uk">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I didn’t do any photogrammetry myself.</a:t>
            </a:r>
            <a:br>
              <a:rPr lang="uk">
                <a:solidFill>
                  <a:schemeClr val="dk1"/>
                </a:solidFill>
                <a:latin typeface="Calibri"/>
                <a:ea typeface="Calibri"/>
                <a:cs typeface="Calibri"/>
                <a:sym typeface="Calibri"/>
              </a:rPr>
            </a:br>
            <a:br>
              <a:rPr lang="uk">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I’m confident I can quickly adapt to studio workflow and contribute to team.</a:t>
            </a:r>
            <a:br>
              <a:rPr lang="uk">
                <a:solidFill>
                  <a:schemeClr val="dk1"/>
                </a:solidFill>
                <a:latin typeface="Calibri"/>
                <a:ea typeface="Calibri"/>
                <a:cs typeface="Calibri"/>
                <a:sym typeface="Calibri"/>
              </a:rPr>
            </a:br>
            <a:br>
              <a:rPr lang="uk">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Currently located in Krakow, and available.</a:t>
            </a:r>
            <a:br>
              <a:rPr lang="uk">
                <a:solidFill>
                  <a:schemeClr val="dk1"/>
                </a:solidFill>
                <a:latin typeface="Calibri"/>
                <a:ea typeface="Calibri"/>
                <a:cs typeface="Calibri"/>
                <a:sym typeface="Calibri"/>
              </a:rPr>
            </a:br>
            <a:br>
              <a:rPr lang="uk">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I would love to have a call, or have meeting in the office to discuss this opportunity further.</a:t>
            </a:r>
            <a:endParaRPr>
              <a:solidFill>
                <a:schemeClr val="dk1"/>
              </a:solidFill>
              <a:latin typeface="Calibri"/>
              <a:ea typeface="Calibri"/>
              <a:cs typeface="Calibri"/>
              <a:sym typeface="Calibri"/>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