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youtu.be/TCVA63-2iLI" TargetMode="External"/><Relationship Id="rId4" Type="http://schemas.openxmlformats.org/officeDocument/2006/relationships/hyperlink" Target="https://sydoryk.com/experience" TargetMode="External"/><Relationship Id="rId5" Type="http://schemas.openxmlformats.org/officeDocument/2006/relationships/hyperlink" Target="https://youtu.be/57tYajrnrwI" TargetMode="External"/><Relationship Id="rId6"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3D Motion Designer</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Hi there,</a:t>
            </a:r>
            <a:endParaRPr sz="1200">
              <a:latin typeface="Spartan"/>
              <a:ea typeface="Spartan"/>
              <a:cs typeface="Spartan"/>
              <a:sym typeface="Spartan"/>
            </a:endParaRPr>
          </a:p>
        </p:txBody>
      </p:sp>
      <p:sp>
        <p:nvSpPr>
          <p:cNvPr id="64" name="Google Shape;64;p13"/>
          <p:cNvSpPr txBox="1"/>
          <p:nvPr/>
        </p:nvSpPr>
        <p:spPr>
          <a:xfrm>
            <a:off x="1018786" y="2971314"/>
            <a:ext cx="8767800" cy="49671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I wanted to reach out and introduce myself—I'm a 3D artist with over 9 years of experience in fully CGI movie productions, mainly working as a Senior Lighting and Compositing Artist. Over the years, I’ve handled pretty much every part of the 3D pipeline, from scene setup and lighting to final delivery. I’ve also spent a good chunk of time building workflows and improving processes for the teams I worked with.</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One of the more exciting projects I worked on recently was transitioning our rendering pipeline from traditional methods to Unreal Engine 5. I collaborated closely with our TDs to build a new toolset and workflow that made it easier for artists to work in UE5—and it turned out really well. These days, I’m working mostly in Houdini and can handle most things 3D-related on my own.</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Here’s a recent project I worked on—a CGI ad:</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u="sng">
                <a:solidFill>
                  <a:schemeClr val="hlink"/>
                </a:solidFill>
                <a:latin typeface="Calibri"/>
                <a:ea typeface="Calibri"/>
                <a:cs typeface="Calibri"/>
                <a:sym typeface="Calibri"/>
                <a:hlinkClick r:id="rId3"/>
              </a:rPr>
              <a:t>https://youtu.be/TCVA63-2iLI</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And if you’d like to check out more of my work:</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u="sng">
                <a:solidFill>
                  <a:schemeClr val="hlink"/>
                </a:solidFill>
                <a:latin typeface="Calibri"/>
                <a:ea typeface="Calibri"/>
                <a:cs typeface="Calibri"/>
                <a:sym typeface="Calibri"/>
                <a:hlinkClick r:id="rId4"/>
              </a:rPr>
              <a:t>https://sydoryk.com/</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u="sng">
                <a:solidFill>
                  <a:schemeClr val="hlink"/>
                </a:solidFill>
                <a:latin typeface="Calibri"/>
                <a:ea typeface="Calibri"/>
                <a:cs typeface="Calibri"/>
                <a:sym typeface="Calibri"/>
                <a:hlinkClick r:id="rId5"/>
              </a:rPr>
              <a:t>Showreel 1</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u="sng">
                <a:solidFill>
                  <a:schemeClr val="hlink"/>
                </a:solidFill>
                <a:latin typeface="Calibri"/>
                <a:ea typeface="Calibri"/>
                <a:cs typeface="Calibri"/>
                <a:sym typeface="Calibri"/>
                <a:hlinkClick r:id="rId6"/>
              </a:rPr>
              <a:t>Showreel 2</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I’m currently based in Kraków, so I’m looking for remote work at the moment—but I’d definitely be open to relocating in the future. The role at Rightware really caught my attention—it looks like a great match for my background and interest.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Thanks for taking the time to read this—I’d love to chat more if you think there’s a fit.</a:t>
            </a:r>
            <a:endParaRPr>
              <a:solidFill>
                <a:schemeClr val="dk1"/>
              </a:solidFill>
              <a:latin typeface="Calibri"/>
              <a:ea typeface="Calibri"/>
              <a:cs typeface="Calibri"/>
              <a:sym typeface="Calibri"/>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