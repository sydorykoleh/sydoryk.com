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com/visualization"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CGI &amp; 3D Designer</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Wallbox Team,</a:t>
            </a:r>
            <a:endParaRPr sz="1200">
              <a:latin typeface="Spartan"/>
              <a:ea typeface="Spartan"/>
              <a:cs typeface="Spartan"/>
              <a:sym typeface="Spartan"/>
            </a:endParaRPr>
          </a:p>
        </p:txBody>
      </p:sp>
      <p:sp>
        <p:nvSpPr>
          <p:cNvPr id="64" name="Google Shape;64;p13"/>
          <p:cNvSpPr txBox="1"/>
          <p:nvPr/>
        </p:nvSpPr>
        <p:spPr>
          <a:xfrm>
            <a:off x="1018786" y="2971314"/>
            <a:ext cx="8767800" cy="70035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Wallbox</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F</a:t>
            </a:r>
            <a:r>
              <a:rPr lang="uk" sz="1400">
                <a:solidFill>
                  <a:schemeClr val="dk1"/>
                </a:solidFill>
                <a:latin typeface="Calibri"/>
                <a:ea typeface="Calibri"/>
                <a:cs typeface="Calibri"/>
                <a:sym typeface="Calibri"/>
              </a:rPr>
              <a:t>ew reasons why I believe I am a great fit for </a:t>
            </a:r>
            <a:r>
              <a:rPr lang="uk">
                <a:solidFill>
                  <a:schemeClr val="dk1"/>
                </a:solidFill>
                <a:latin typeface="Calibri"/>
                <a:ea typeface="Calibri"/>
                <a:cs typeface="Calibri"/>
                <a:sym typeface="Calibri"/>
              </a:rPr>
              <a:t>3D Designer </a:t>
            </a:r>
            <a:r>
              <a:rPr lang="uk" sz="1400">
                <a:solidFill>
                  <a:schemeClr val="dk1"/>
                </a:solidFill>
                <a:latin typeface="Calibri"/>
                <a:ea typeface="Calibri"/>
                <a:cs typeface="Calibri"/>
                <a:sym typeface="Calibri"/>
              </a:rPr>
              <a:t>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to a lead role, gaining knowledge of important CG processes and softwares. Over the years, I have worked on a variety of projects that have honed my skills in modeling, texturing, lighting, and compositing. My hands-on experience with industry-standard software such as Maya, Houdini, Unreal, Nuke helped me to solve complex challenges.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passion to fully understand underlying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assembling scene in Unreal,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br>
              <a:rPr lang="uk">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My portfolio can be viewed here:</a:t>
            </a:r>
            <a:r>
              <a:rPr lang="uk">
                <a:solidFill>
                  <a:schemeClr val="dk1"/>
                </a:solidFill>
                <a:latin typeface="Calibri"/>
                <a:ea typeface="Calibri"/>
                <a:cs typeface="Calibri"/>
                <a:sym typeface="Calibri"/>
              </a:rPr>
              <a:t> </a:t>
            </a:r>
            <a:r>
              <a:rPr lang="uk" u="sng">
                <a:solidFill>
                  <a:schemeClr val="hlink"/>
                </a:solidFill>
                <a:latin typeface="Calibri"/>
                <a:ea typeface="Calibri"/>
                <a:cs typeface="Calibri"/>
                <a:sym typeface="Calibri"/>
                <a:hlinkClick r:id="rId3"/>
              </a:rPr>
              <a:t>https://sydoryk.com/visualization</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Wallbox</a:t>
            </a:r>
            <a:r>
              <a:rPr lang="uk" sz="1400">
                <a:solidFill>
                  <a:schemeClr val="dk1"/>
                </a:solidFill>
                <a:latin typeface="Calibri"/>
                <a:ea typeface="Calibri"/>
                <a:cs typeface="Calibri"/>
                <a:sym typeface="Calibri"/>
              </a:rPr>
              <a:t>. I am eager to bring my skills to your team and look forward to the opportunity to discuss this further. </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