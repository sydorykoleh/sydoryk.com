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4400000" cx="10800000"/>
  <p:notesSz cx="6858000" cy="9144000"/>
  <p:embeddedFontLst>
    <p:embeddedFont>
      <p:font typeface="Rubik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747775"/>
          </p15:clr>
        </p15:guide>
        <p15:guide id="2" pos="61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61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ubik-boldItalic.fntdata"/><Relationship Id="rId9" Type="http://schemas.openxmlformats.org/officeDocument/2006/relationships/font" Target="fonts/Rubi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ubik-regular.fntdata"/><Relationship Id="rId8" Type="http://schemas.openxmlformats.org/officeDocument/2006/relationships/font" Target="fonts/Rubi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8159" y="2084549"/>
            <a:ext cx="10063800" cy="57465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8150" y="7934558"/>
            <a:ext cx="10063800" cy="22191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8150" y="6021627"/>
            <a:ext cx="10063800" cy="2356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8150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707559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8150" y="1555486"/>
            <a:ext cx="3316800" cy="21153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8150" y="3890394"/>
            <a:ext cx="3316800" cy="89010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9035" y="1260262"/>
            <a:ext cx="7521000" cy="11452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400000" y="-350"/>
            <a:ext cx="5400000" cy="14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3583" y="3452458"/>
            <a:ext cx="4777800" cy="4149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3583" y="7847629"/>
            <a:ext cx="4777800" cy="34578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834055" y="2027157"/>
            <a:ext cx="4531800" cy="10344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8150" y="11844129"/>
            <a:ext cx="7085100" cy="16941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8150" y="3096763"/>
            <a:ext cx="10063800" cy="5496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8150" y="8825127"/>
            <a:ext cx="10063800" cy="36414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ydoryk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55019" y="728072"/>
            <a:ext cx="630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4900">
                <a:latin typeface="Rubik"/>
                <a:ea typeface="Rubik"/>
                <a:cs typeface="Rubik"/>
                <a:sym typeface="Rubik"/>
              </a:rPr>
              <a:t>SYDORYK OLEH</a:t>
            </a:r>
            <a:endParaRPr sz="49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04066" y="1566599"/>
            <a:ext cx="437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900">
                <a:latin typeface="Spartan"/>
                <a:ea typeface="Spartan"/>
                <a:cs typeface="Spartan"/>
                <a:sym typeface="Spartan"/>
              </a:rPr>
              <a:t>IT assistant</a:t>
            </a:r>
            <a:endParaRPr sz="1900"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6218312" y="1655012"/>
            <a:ext cx="3568357" cy="761605"/>
            <a:chOff x="4352731" y="1228757"/>
            <a:chExt cx="2497800" cy="565450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4352731" y="122875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+48 793 198 675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4352731" y="1444748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sydorykoleh@gmail.com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4352731" y="165710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Krakow, Poland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1033592" y="2539957"/>
            <a:ext cx="8738318" cy="76268"/>
            <a:chOff x="720800" y="2296300"/>
            <a:chExt cx="6116700" cy="56625"/>
          </a:xfrm>
        </p:grpSpPr>
        <p:cxnSp>
          <p:nvCxnSpPr>
            <p:cNvPr id="61" name="Google Shape;61;p13"/>
            <p:cNvCxnSpPr/>
            <p:nvPr/>
          </p:nvCxnSpPr>
          <p:spPr>
            <a:xfrm>
              <a:off x="720800" y="2296300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720800" y="2352925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" name="Google Shape;63;p13"/>
          <p:cNvSpPr txBox="1"/>
          <p:nvPr/>
        </p:nvSpPr>
        <p:spPr>
          <a:xfrm>
            <a:off x="1033574" y="2716667"/>
            <a:ext cx="54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Dear STALCO team,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018786" y="2971314"/>
            <a:ext cx="8767800" cy="4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coming from CGI industry, </a:t>
            </a: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</a:t>
            </a: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over 8 years of experience in full CG movie production.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have homelab at home that I use to self host my own services.</a:t>
            </a:r>
            <a:b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ew reasons why I believe I am a great fit for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assistant</a:t>
            </a: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guy: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have homelab at home that I use to self host my own services. I build my website on my own: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sydoryk.com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 know programming basics and basics of IT infrastructure.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Experience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 have advanced from a junior artist to a lead role at my previous job. I can learn and adapt quickly. This journey has provided me with the versatility to lead projects, mentor junior artists.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I’m go-to person for technical issues within my team. I am the expert who finds solutions and documents them for future reference.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glish - C1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Polish - A2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Ukrainian - native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955035" y="12061935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Spartan"/>
                <a:ea typeface="Spartan"/>
                <a:cs typeface="Spartan"/>
                <a:sym typeface="Spartan"/>
              </a:rPr>
              <a:t>Sincerely,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955035" y="12334390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Sydoryk Oleh</a:t>
            </a:r>
            <a:endParaRPr b="1" sz="1200">
              <a:latin typeface="Spartan"/>
              <a:ea typeface="Spartan"/>
              <a:cs typeface="Spartan"/>
              <a:sym typeface="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