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" TargetMode="External"/><Relationship Id="rId4" Type="http://schemas.openxmlformats.org/officeDocument/2006/relationships/hyperlink" Target="https://sydoryk.com/detail/Showreel" TargetMode="External"/><Relationship Id="rId5" Type="http://schemas.openxmlformats.org/officeDocument/2006/relationships/hyperlink" Target="https://youtu.be/3gb4lI7_XRA" TargetMode="External"/><Relationship Id="rId6" Type="http://schemas.openxmlformats.org/officeDocument/2006/relationships/hyperlink" Target="https://sydoryk.com/assets/resume_SydorykOleh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Visualization Artist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475579"/>
            <a:chOff x="4352731" y="1228757"/>
            <a:chExt cx="2497800" cy="353092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oleh@sydoryk.com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0" name="Google Shape;60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" name="Google Shape;62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Recruitment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018775" y="2971327"/>
            <a:ext cx="8767800" cy="8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interested in the Technical Artist (Tools for Artists) position for the RPG team working on Void Hunters. I am a Krakow-based professional looking to pivot my career into game development, bringing a strong background in pipeline automation, asset optimization tools, and procedural generation.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experience with automation and tools development predates the popularity of modern AI tools; I have been writing custom scripts and building pipeline utilities from scratch throughout my career. Today, I selectively leverage AI to accelerate my personal tool development and optimize pipeline automation, allowing me to create custom workflows and deliver projects in a timely manner. Nowadays, I utilize Houdini for all of my 3D work and have extensive experience building custom tools dedicated to automated asset optimization, processing, and pipeline transfers.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my production work has been centered around Unreal Engine, my toolmaking and pipeline philosophy are engine-agnostic. I specialize in building the bridge between DCCs and game engines to streamline workflows for artists. Notably, I was responsible for the entire pipeline transfer from Maya to Unreal Engine for a production studio—handling asset integration, environment setup, and optimization to successfully deliver multiple final cinematic projects. I also have extensive experience with Houdini environments combined with procedural generation (PCG) frameworks for scattering and world-building.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background maps directly onto your requirements: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for Artists and Optimization: I have a deep, practical understanding of 3D asset pipelines, modeling, and optimization constraints. I build custom backend tools and scripts to automate tedious artist workflows, which aligns perfectly with your focus on improving asset production.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Data-Driven Pipelines and Infrastructure: Beyond asset creation, I design and manage my own backend automation systems, hosting and configuring my own homelab server environments via Docker and network storage to build data-driven tools.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Control and Autonomy: I maintain a strict, self-organized workflow using version control (Git) to manage deployment files and configurations, ensuring stable and documented tool releases.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see my work here: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 1: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https://sydoryk.com/detail/Showreel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 2 (unfinished project):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https://youtu.be/3gb4lI7_XRA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https://sydoryk.com/assets/resume_SydorykOleh.pdf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for your time and consideration. I look forward to the possibility of discussing how my skills can support your art team on Void Hunters.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33610" y="119755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33610" y="122479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