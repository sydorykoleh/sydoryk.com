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Junior IT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CSI S.A.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coming from CGI industry, 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a Lead Lighting and Compositing Artist with over 8 years of experience in full CG movie production.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homelab at home that I use to self host my own services.</a:t>
            </a: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ew reasons why I believe I am a great fit for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Junior IT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guy: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homelab at home that I use to self host my own services. I build my website on my own: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sydoryk.com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 know programming basics and basics of IT infrastructure.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 have advanced from a junior artist to a lead role at my previous job. I can learn and adapt quickly. This journey has provided me with the versatility to lead projects, mentor junior artists.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I’m go-to person for technical issues within my team. I am the expert who finds solutions and documents them for future reference.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glish - C1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Polish - A2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Ukrainian - native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