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ydoryk.com/" TargetMode="External"/><Relationship Id="rId4" Type="http://schemas.openxmlformats.org/officeDocument/2006/relationships/hyperlink" Target="https://youtu.be/57tYajrnrwI" TargetMode="External"/><Relationship Id="rId5" Type="http://schemas.openxmlformats.org/officeDocument/2006/relationships/hyperlink" Target="https://youtu.be/3gb4lI7_X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Lighting TD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475579"/>
            <a:chOff x="4352731" y="1228757"/>
            <a:chExt cx="2497800" cy="353092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oleh@sydoryk.com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59" name="Google Shape;59;p13"/>
          <p:cNvGrpSpPr/>
          <p:nvPr/>
        </p:nvGrpSpPr>
        <p:grpSpPr>
          <a:xfrm>
            <a:off x="1030917" y="2303332"/>
            <a:ext cx="8738318" cy="76268"/>
            <a:chOff x="720800" y="2296300"/>
            <a:chExt cx="6116700" cy="56625"/>
          </a:xfrm>
        </p:grpSpPr>
        <p:cxnSp>
          <p:nvCxnSpPr>
            <p:cNvPr id="60" name="Google Shape;60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2" name="Google Shape;62;p13"/>
          <p:cNvSpPr txBox="1"/>
          <p:nvPr/>
        </p:nvSpPr>
        <p:spPr>
          <a:xfrm>
            <a:off x="1030899" y="2480042"/>
            <a:ext cx="540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Spartan"/>
                <a:ea typeface="Spartan"/>
                <a:cs typeface="Spartan"/>
                <a:sym typeface="Spartan"/>
              </a:rPr>
              <a:t>Dear UPP Recruitment Team,</a:t>
            </a:r>
            <a:endParaRPr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016111" y="2734689"/>
            <a:ext cx="8767800" cy="6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writing to apply for the Lighting TD(Houdini, Solaris) position at UPP. With 9+ years of experience in the CGI industry—transitioning from a Lead Lighting Artist to a technically focused Houdini TD - I have spent the last several years specializing in Solaris workflows.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background gives me a unique advantage for this role: I have the "eye" of a Senior Lighting Artist, but the mindset of a Pipeline TD. I understand that a successful USD pipeline isn't just about lighting or rendering; it’s about how scenes are structured, inherited, and optimized across departments.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USD &amp; Technical Expertise: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Houdini Solaris &amp; USD: Deep hands-on experience building and debugging USD assets and stages. I am highly comfortable with LOPs, composition arcs, and managing complex scene graphs.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VEX &amp; Python: I use VEX daily for procedural logic and Python for batch processing.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Workflow Design: Having previously created lighting templates, internal documentation and designed pipeline tools as a Lead, I am adept at designing HDAs and workflows that are robust, artist-friendly, and scalable.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portfolio: </a:t>
            </a:r>
            <a:r>
              <a:rPr lang="uk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https://sydoryk.com/</a:t>
            </a:r>
            <a:b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Showreel: </a:t>
            </a:r>
            <a:r>
              <a:rPr lang="uk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https://youtu.be/57tYajrnrwI</a:t>
            </a:r>
            <a:b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Showreel 2: </a:t>
            </a:r>
            <a:r>
              <a:rPr lang="uk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https://youtu.be/3gb4lI7_XRA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not looking for a "pure lighting" role; I am specifically seeking a position where I can take responsibility for the health and advancement of a USD-based pipeline. I enjoy the challenge of "debugging the system" and ensuring that the technical infrastructure empowers the creative team rather than hindering them.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eager to bring my experience and technical curiosity to UPP studio. I look forward to the possibility of discussing how I can help shape your USD workflows.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