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14400000" cx="10800000"/>
  <p:notesSz cx="6858000" cy="9144000"/>
  <p:embeddedFontLst>
    <p:embeddedFont>
      <p:font typeface="Rubik"/>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648">
          <p15:clr>
            <a:srgbClr val="747775"/>
          </p15:clr>
        </p15:guide>
        <p15:guide id="2" pos="6155">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48"/>
        <p:guide pos="6155"/>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Rubik-boldItalic.fntdata"/><Relationship Id="rId9" Type="http://schemas.openxmlformats.org/officeDocument/2006/relationships/font" Target="fonts/Rubik-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Rubik-regular.fntdata"/><Relationship Id="rId8" Type="http://schemas.openxmlformats.org/officeDocument/2006/relationships/font" Target="fonts/Rubik-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68159" y="2084549"/>
            <a:ext cx="10063800" cy="57465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p:txBody>
      </p:sp>
      <p:sp>
        <p:nvSpPr>
          <p:cNvPr id="11" name="Google Shape;11;p2"/>
          <p:cNvSpPr txBox="1"/>
          <p:nvPr>
            <p:ph idx="1" type="subTitle"/>
          </p:nvPr>
        </p:nvSpPr>
        <p:spPr>
          <a:xfrm>
            <a:off x="368150" y="7934558"/>
            <a:ext cx="10063800" cy="22191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3300"/>
              <a:buNone/>
              <a:defRPr sz="3300"/>
            </a:lvl1pPr>
            <a:lvl2pPr lvl="1" algn="ctr">
              <a:lnSpc>
                <a:spcPct val="100000"/>
              </a:lnSpc>
              <a:spcBef>
                <a:spcPts val="0"/>
              </a:spcBef>
              <a:spcAft>
                <a:spcPts val="0"/>
              </a:spcAft>
              <a:buSzPts val="3300"/>
              <a:buNone/>
              <a:defRPr sz="3300"/>
            </a:lvl2pPr>
            <a:lvl3pPr lvl="2" algn="ctr">
              <a:lnSpc>
                <a:spcPct val="100000"/>
              </a:lnSpc>
              <a:spcBef>
                <a:spcPts val="0"/>
              </a:spcBef>
              <a:spcAft>
                <a:spcPts val="0"/>
              </a:spcAft>
              <a:buSzPts val="3300"/>
              <a:buNone/>
              <a:defRPr sz="3300"/>
            </a:lvl3pPr>
            <a:lvl4pPr lvl="3" algn="ctr">
              <a:lnSpc>
                <a:spcPct val="100000"/>
              </a:lnSpc>
              <a:spcBef>
                <a:spcPts val="0"/>
              </a:spcBef>
              <a:spcAft>
                <a:spcPts val="0"/>
              </a:spcAft>
              <a:buSzPts val="3300"/>
              <a:buNone/>
              <a:defRPr sz="3300"/>
            </a:lvl4pPr>
            <a:lvl5pPr lvl="4" algn="ctr">
              <a:lnSpc>
                <a:spcPct val="100000"/>
              </a:lnSpc>
              <a:spcBef>
                <a:spcPts val="0"/>
              </a:spcBef>
              <a:spcAft>
                <a:spcPts val="0"/>
              </a:spcAft>
              <a:buSzPts val="3300"/>
              <a:buNone/>
              <a:defRPr sz="3300"/>
            </a:lvl5pPr>
            <a:lvl6pPr lvl="5" algn="ctr">
              <a:lnSpc>
                <a:spcPct val="100000"/>
              </a:lnSpc>
              <a:spcBef>
                <a:spcPts val="0"/>
              </a:spcBef>
              <a:spcAft>
                <a:spcPts val="0"/>
              </a:spcAft>
              <a:buSzPts val="3300"/>
              <a:buNone/>
              <a:defRPr sz="3300"/>
            </a:lvl6pPr>
            <a:lvl7pPr lvl="6" algn="ctr">
              <a:lnSpc>
                <a:spcPct val="100000"/>
              </a:lnSpc>
              <a:spcBef>
                <a:spcPts val="0"/>
              </a:spcBef>
              <a:spcAft>
                <a:spcPts val="0"/>
              </a:spcAft>
              <a:buSzPts val="3300"/>
              <a:buNone/>
              <a:defRPr sz="3300"/>
            </a:lvl7pPr>
            <a:lvl8pPr lvl="7" algn="ctr">
              <a:lnSpc>
                <a:spcPct val="100000"/>
              </a:lnSpc>
              <a:spcBef>
                <a:spcPts val="0"/>
              </a:spcBef>
              <a:spcAft>
                <a:spcPts val="0"/>
              </a:spcAft>
              <a:buSzPts val="3300"/>
              <a:buNone/>
              <a:defRPr sz="3300"/>
            </a:lvl8pPr>
            <a:lvl9pPr lvl="8" algn="ctr">
              <a:lnSpc>
                <a:spcPct val="100000"/>
              </a:lnSpc>
              <a:spcBef>
                <a:spcPts val="0"/>
              </a:spcBef>
              <a:spcAft>
                <a:spcPts val="0"/>
              </a:spcAft>
              <a:buSzPts val="3300"/>
              <a:buNone/>
              <a:defRPr sz="3300"/>
            </a:lvl9pPr>
          </a:lstStyle>
          <a:p/>
        </p:txBody>
      </p:sp>
      <p:sp>
        <p:nvSpPr>
          <p:cNvPr id="12" name="Google Shape;12;p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68150" y="6021627"/>
            <a:ext cx="10063800" cy="2356800"/>
          </a:xfrm>
          <a:prstGeom prst="rect">
            <a:avLst/>
          </a:prstGeom>
        </p:spPr>
        <p:txBody>
          <a:bodyPr anchorCtr="0" anchor="ctr" bIns="108475" lIns="108475" spcFirstLastPara="1" rIns="108475" wrap="square" tIns="108475">
            <a:normAutofit/>
          </a:bodyPr>
          <a:lstStyle>
            <a:lvl1pPr lvl="0" algn="ctr">
              <a:spcBef>
                <a:spcPts val="0"/>
              </a:spcBef>
              <a:spcAft>
                <a:spcPts val="0"/>
              </a:spcAft>
              <a:buSzPts val="4300"/>
              <a:buNone/>
              <a:defRPr sz="4300"/>
            </a:lvl1pPr>
            <a:lvl2pPr lvl="1" algn="ctr">
              <a:spcBef>
                <a:spcPts val="0"/>
              </a:spcBef>
              <a:spcAft>
                <a:spcPts val="0"/>
              </a:spcAft>
              <a:buSzPts val="4300"/>
              <a:buNone/>
              <a:defRPr sz="4300"/>
            </a:lvl2pPr>
            <a:lvl3pPr lvl="2" algn="ctr">
              <a:spcBef>
                <a:spcPts val="0"/>
              </a:spcBef>
              <a:spcAft>
                <a:spcPts val="0"/>
              </a:spcAft>
              <a:buSzPts val="4300"/>
              <a:buNone/>
              <a:defRPr sz="4300"/>
            </a:lvl3pPr>
            <a:lvl4pPr lvl="3" algn="ctr">
              <a:spcBef>
                <a:spcPts val="0"/>
              </a:spcBef>
              <a:spcAft>
                <a:spcPts val="0"/>
              </a:spcAft>
              <a:buSzPts val="4300"/>
              <a:buNone/>
              <a:defRPr sz="4300"/>
            </a:lvl4pPr>
            <a:lvl5pPr lvl="4" algn="ctr">
              <a:spcBef>
                <a:spcPts val="0"/>
              </a:spcBef>
              <a:spcAft>
                <a:spcPts val="0"/>
              </a:spcAft>
              <a:buSzPts val="4300"/>
              <a:buNone/>
              <a:defRPr sz="4300"/>
            </a:lvl5pPr>
            <a:lvl6pPr lvl="5" algn="ctr">
              <a:spcBef>
                <a:spcPts val="0"/>
              </a:spcBef>
              <a:spcAft>
                <a:spcPts val="0"/>
              </a:spcAft>
              <a:buSzPts val="4300"/>
              <a:buNone/>
              <a:defRPr sz="4300"/>
            </a:lvl6pPr>
            <a:lvl7pPr lvl="6" algn="ctr">
              <a:spcBef>
                <a:spcPts val="0"/>
              </a:spcBef>
              <a:spcAft>
                <a:spcPts val="0"/>
              </a:spcAft>
              <a:buSzPts val="4300"/>
              <a:buNone/>
              <a:defRPr sz="4300"/>
            </a:lvl7pPr>
            <a:lvl8pPr lvl="7" algn="ctr">
              <a:spcBef>
                <a:spcPts val="0"/>
              </a:spcBef>
              <a:spcAft>
                <a:spcPts val="0"/>
              </a:spcAft>
              <a:buSzPts val="4300"/>
              <a:buNone/>
              <a:defRPr sz="4300"/>
            </a:lvl8pPr>
            <a:lvl9pPr lvl="8" algn="ctr">
              <a:spcBef>
                <a:spcPts val="0"/>
              </a:spcBef>
              <a:spcAft>
                <a:spcPts val="0"/>
              </a:spcAft>
              <a:buSzPts val="4300"/>
              <a:buNone/>
              <a:defRPr sz="4300"/>
            </a:lvl9pPr>
          </a:lstStyle>
          <a:p/>
        </p:txBody>
      </p:sp>
      <p:sp>
        <p:nvSpPr>
          <p:cNvPr id="15" name="Google Shape;15;p3"/>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18" name="Google Shape;18;p4"/>
          <p:cNvSpPr txBox="1"/>
          <p:nvPr>
            <p:ph idx="1" type="body"/>
          </p:nvPr>
        </p:nvSpPr>
        <p:spPr>
          <a:xfrm>
            <a:off x="368150" y="3226527"/>
            <a:ext cx="10063800" cy="9564600"/>
          </a:xfrm>
          <a:prstGeom prst="rect">
            <a:avLst/>
          </a:prstGeom>
        </p:spPr>
        <p:txBody>
          <a:bodyPr anchorCtr="0" anchor="t"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19" name="Google Shape;19;p4"/>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2" name="Google Shape;22;p5"/>
          <p:cNvSpPr txBox="1"/>
          <p:nvPr>
            <p:ph idx="1" type="body"/>
          </p:nvPr>
        </p:nvSpPr>
        <p:spPr>
          <a:xfrm>
            <a:off x="368150"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3" name="Google Shape;23;p5"/>
          <p:cNvSpPr txBox="1"/>
          <p:nvPr>
            <p:ph idx="2" type="body"/>
          </p:nvPr>
        </p:nvSpPr>
        <p:spPr>
          <a:xfrm>
            <a:off x="5707559"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4" name="Google Shape;24;p5"/>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7" name="Google Shape;27;p6"/>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68150" y="1555486"/>
            <a:ext cx="3316800" cy="2115300"/>
          </a:xfrm>
          <a:prstGeom prst="rect">
            <a:avLst/>
          </a:prstGeom>
        </p:spPr>
        <p:txBody>
          <a:bodyPr anchorCtr="0" anchor="b" bIns="108475" lIns="108475" spcFirstLastPara="1" rIns="108475" wrap="square" tIns="108475">
            <a:normAutofit/>
          </a:bodyPr>
          <a:lstStyle>
            <a:lvl1pPr lvl="0">
              <a:spcBef>
                <a:spcPts val="0"/>
              </a:spcBef>
              <a:spcAft>
                <a:spcPts val="0"/>
              </a:spcAft>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30" name="Google Shape;30;p7"/>
          <p:cNvSpPr txBox="1"/>
          <p:nvPr>
            <p:ph idx="1" type="body"/>
          </p:nvPr>
        </p:nvSpPr>
        <p:spPr>
          <a:xfrm>
            <a:off x="368150" y="3890394"/>
            <a:ext cx="3316800" cy="8901000"/>
          </a:xfrm>
          <a:prstGeom prst="rect">
            <a:avLst/>
          </a:prstGeom>
        </p:spPr>
        <p:txBody>
          <a:bodyPr anchorCtr="0" anchor="t" bIns="108475" lIns="108475" spcFirstLastPara="1" rIns="108475" wrap="square" tIns="10847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31" name="Google Shape;31;p7"/>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579035" y="1260262"/>
            <a:ext cx="7521000" cy="11452800"/>
          </a:xfrm>
          <a:prstGeom prst="rect">
            <a:avLst/>
          </a:prstGeom>
        </p:spPr>
        <p:txBody>
          <a:bodyPr anchorCtr="0" anchor="ctr" bIns="108475" lIns="108475" spcFirstLastPara="1" rIns="108475" wrap="square" tIns="108475">
            <a:normAutofit/>
          </a:bodyPr>
          <a:lstStyle>
            <a:lvl1pPr lvl="0">
              <a:spcBef>
                <a:spcPts val="0"/>
              </a:spcBef>
              <a:spcAft>
                <a:spcPts val="0"/>
              </a:spcAft>
              <a:buSzPts val="5700"/>
              <a:buNone/>
              <a:defRPr sz="5700"/>
            </a:lvl1pPr>
            <a:lvl2pPr lvl="1">
              <a:spcBef>
                <a:spcPts val="0"/>
              </a:spcBef>
              <a:spcAft>
                <a:spcPts val="0"/>
              </a:spcAft>
              <a:buSzPts val="5700"/>
              <a:buNone/>
              <a:defRPr sz="5700"/>
            </a:lvl2pPr>
            <a:lvl3pPr lvl="2">
              <a:spcBef>
                <a:spcPts val="0"/>
              </a:spcBef>
              <a:spcAft>
                <a:spcPts val="0"/>
              </a:spcAft>
              <a:buSzPts val="5700"/>
              <a:buNone/>
              <a:defRPr sz="5700"/>
            </a:lvl3pPr>
            <a:lvl4pPr lvl="3">
              <a:spcBef>
                <a:spcPts val="0"/>
              </a:spcBef>
              <a:spcAft>
                <a:spcPts val="0"/>
              </a:spcAft>
              <a:buSzPts val="5700"/>
              <a:buNone/>
              <a:defRPr sz="5700"/>
            </a:lvl4pPr>
            <a:lvl5pPr lvl="4">
              <a:spcBef>
                <a:spcPts val="0"/>
              </a:spcBef>
              <a:spcAft>
                <a:spcPts val="0"/>
              </a:spcAft>
              <a:buSzPts val="5700"/>
              <a:buNone/>
              <a:defRPr sz="5700"/>
            </a:lvl5pPr>
            <a:lvl6pPr lvl="5">
              <a:spcBef>
                <a:spcPts val="0"/>
              </a:spcBef>
              <a:spcAft>
                <a:spcPts val="0"/>
              </a:spcAft>
              <a:buSzPts val="5700"/>
              <a:buNone/>
              <a:defRPr sz="5700"/>
            </a:lvl6pPr>
            <a:lvl7pPr lvl="6">
              <a:spcBef>
                <a:spcPts val="0"/>
              </a:spcBef>
              <a:spcAft>
                <a:spcPts val="0"/>
              </a:spcAft>
              <a:buSzPts val="5700"/>
              <a:buNone/>
              <a:defRPr sz="5700"/>
            </a:lvl7pPr>
            <a:lvl8pPr lvl="7">
              <a:spcBef>
                <a:spcPts val="0"/>
              </a:spcBef>
              <a:spcAft>
                <a:spcPts val="0"/>
              </a:spcAft>
              <a:buSzPts val="5700"/>
              <a:buNone/>
              <a:defRPr sz="5700"/>
            </a:lvl8pPr>
            <a:lvl9pPr lvl="8">
              <a:spcBef>
                <a:spcPts val="0"/>
              </a:spcBef>
              <a:spcAft>
                <a:spcPts val="0"/>
              </a:spcAft>
              <a:buSzPts val="5700"/>
              <a:buNone/>
              <a:defRPr sz="5700"/>
            </a:lvl9pPr>
          </a:lstStyle>
          <a:p/>
        </p:txBody>
      </p:sp>
      <p:sp>
        <p:nvSpPr>
          <p:cNvPr id="34" name="Google Shape;34;p8"/>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5400000" y="-350"/>
            <a:ext cx="5400000" cy="14400000"/>
          </a:xfrm>
          <a:prstGeom prst="rect">
            <a:avLst/>
          </a:prstGeom>
          <a:solidFill>
            <a:schemeClr val="lt2"/>
          </a:solidFill>
          <a:ln>
            <a:noFill/>
          </a:ln>
        </p:spPr>
        <p:txBody>
          <a:bodyPr anchorCtr="0" anchor="ctr" bIns="108475" lIns="108475" spcFirstLastPara="1" rIns="108475" wrap="square" tIns="10847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313583" y="3452458"/>
            <a:ext cx="4777800" cy="4149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38" name="Google Shape;38;p9"/>
          <p:cNvSpPr txBox="1"/>
          <p:nvPr>
            <p:ph idx="1" type="subTitle"/>
          </p:nvPr>
        </p:nvSpPr>
        <p:spPr>
          <a:xfrm>
            <a:off x="313583" y="7847629"/>
            <a:ext cx="4777800" cy="34578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9" name="Google Shape;39;p9"/>
          <p:cNvSpPr txBox="1"/>
          <p:nvPr>
            <p:ph idx="2" type="body"/>
          </p:nvPr>
        </p:nvSpPr>
        <p:spPr>
          <a:xfrm>
            <a:off x="5834055" y="2027157"/>
            <a:ext cx="4531800" cy="10344900"/>
          </a:xfrm>
          <a:prstGeom prst="rect">
            <a:avLst/>
          </a:prstGeom>
        </p:spPr>
        <p:txBody>
          <a:bodyPr anchorCtr="0" anchor="ctr"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40" name="Google Shape;40;p9"/>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68150" y="11844129"/>
            <a:ext cx="7085100" cy="1694100"/>
          </a:xfrm>
          <a:prstGeom prst="rect">
            <a:avLst/>
          </a:prstGeom>
        </p:spPr>
        <p:txBody>
          <a:bodyPr anchorCtr="0" anchor="ctr" bIns="108475" lIns="108475" spcFirstLastPara="1" rIns="108475" wrap="square" tIns="108475">
            <a:normAutofit/>
          </a:bodyPr>
          <a:lstStyle>
            <a:lvl1pPr indent="-228600" lvl="0" marL="457200">
              <a:lnSpc>
                <a:spcPct val="100000"/>
              </a:lnSpc>
              <a:spcBef>
                <a:spcPts val="0"/>
              </a:spcBef>
              <a:spcAft>
                <a:spcPts val="0"/>
              </a:spcAft>
              <a:buSzPts val="2100"/>
              <a:buNone/>
              <a:defRPr/>
            </a:lvl1pPr>
          </a:lstStyle>
          <a:p/>
        </p:txBody>
      </p:sp>
      <p:sp>
        <p:nvSpPr>
          <p:cNvPr id="43" name="Google Shape;43;p10"/>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68150" y="3096763"/>
            <a:ext cx="10063800" cy="5496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14200"/>
              <a:buNone/>
              <a:defRPr sz="14200"/>
            </a:lvl1pPr>
            <a:lvl2pPr lvl="1" algn="ctr">
              <a:spcBef>
                <a:spcPts val="0"/>
              </a:spcBef>
              <a:spcAft>
                <a:spcPts val="0"/>
              </a:spcAft>
              <a:buSzPts val="14200"/>
              <a:buNone/>
              <a:defRPr sz="14200"/>
            </a:lvl2pPr>
            <a:lvl3pPr lvl="2" algn="ctr">
              <a:spcBef>
                <a:spcPts val="0"/>
              </a:spcBef>
              <a:spcAft>
                <a:spcPts val="0"/>
              </a:spcAft>
              <a:buSzPts val="14200"/>
              <a:buNone/>
              <a:defRPr sz="14200"/>
            </a:lvl3pPr>
            <a:lvl4pPr lvl="3" algn="ctr">
              <a:spcBef>
                <a:spcPts val="0"/>
              </a:spcBef>
              <a:spcAft>
                <a:spcPts val="0"/>
              </a:spcAft>
              <a:buSzPts val="14200"/>
              <a:buNone/>
              <a:defRPr sz="14200"/>
            </a:lvl4pPr>
            <a:lvl5pPr lvl="4" algn="ctr">
              <a:spcBef>
                <a:spcPts val="0"/>
              </a:spcBef>
              <a:spcAft>
                <a:spcPts val="0"/>
              </a:spcAft>
              <a:buSzPts val="14200"/>
              <a:buNone/>
              <a:defRPr sz="14200"/>
            </a:lvl5pPr>
            <a:lvl6pPr lvl="5" algn="ctr">
              <a:spcBef>
                <a:spcPts val="0"/>
              </a:spcBef>
              <a:spcAft>
                <a:spcPts val="0"/>
              </a:spcAft>
              <a:buSzPts val="14200"/>
              <a:buNone/>
              <a:defRPr sz="14200"/>
            </a:lvl6pPr>
            <a:lvl7pPr lvl="6" algn="ctr">
              <a:spcBef>
                <a:spcPts val="0"/>
              </a:spcBef>
              <a:spcAft>
                <a:spcPts val="0"/>
              </a:spcAft>
              <a:buSzPts val="14200"/>
              <a:buNone/>
              <a:defRPr sz="14200"/>
            </a:lvl7pPr>
            <a:lvl8pPr lvl="7" algn="ctr">
              <a:spcBef>
                <a:spcPts val="0"/>
              </a:spcBef>
              <a:spcAft>
                <a:spcPts val="0"/>
              </a:spcAft>
              <a:buSzPts val="14200"/>
              <a:buNone/>
              <a:defRPr sz="14200"/>
            </a:lvl8pPr>
            <a:lvl9pPr lvl="8" algn="ctr">
              <a:spcBef>
                <a:spcPts val="0"/>
              </a:spcBef>
              <a:spcAft>
                <a:spcPts val="0"/>
              </a:spcAft>
              <a:buSzPts val="14200"/>
              <a:buNone/>
              <a:defRPr sz="14200"/>
            </a:lvl9pPr>
          </a:lstStyle>
          <a:p>
            <a:r>
              <a:t>xx%</a:t>
            </a:r>
          </a:p>
        </p:txBody>
      </p:sp>
      <p:sp>
        <p:nvSpPr>
          <p:cNvPr id="46" name="Google Shape;46;p11"/>
          <p:cNvSpPr txBox="1"/>
          <p:nvPr>
            <p:ph idx="1" type="body"/>
          </p:nvPr>
        </p:nvSpPr>
        <p:spPr>
          <a:xfrm>
            <a:off x="368150" y="8825127"/>
            <a:ext cx="10063800" cy="3641400"/>
          </a:xfrm>
          <a:prstGeom prst="rect">
            <a:avLst/>
          </a:prstGeom>
        </p:spPr>
        <p:txBody>
          <a:bodyPr anchorCtr="0" anchor="t" bIns="108475" lIns="108475" spcFirstLastPara="1" rIns="108475" wrap="square" tIns="108475">
            <a:normAutofit/>
          </a:bodyPr>
          <a:lstStyle>
            <a:lvl1pPr indent="-361950" lvl="0" marL="457200" algn="ctr">
              <a:spcBef>
                <a:spcPts val="0"/>
              </a:spcBef>
              <a:spcAft>
                <a:spcPts val="0"/>
              </a:spcAft>
              <a:buSzPts val="2100"/>
              <a:buChar char="●"/>
              <a:defRPr/>
            </a:lvl1pPr>
            <a:lvl2pPr indent="-336550" lvl="1" marL="914400" algn="ctr">
              <a:spcBef>
                <a:spcPts val="0"/>
              </a:spcBef>
              <a:spcAft>
                <a:spcPts val="0"/>
              </a:spcAft>
              <a:buSzPts val="1700"/>
              <a:buChar char="○"/>
              <a:defRPr/>
            </a:lvl2pPr>
            <a:lvl3pPr indent="-336550" lvl="2" marL="1371600" algn="ctr">
              <a:spcBef>
                <a:spcPts val="0"/>
              </a:spcBef>
              <a:spcAft>
                <a:spcPts val="0"/>
              </a:spcAft>
              <a:buSzPts val="1700"/>
              <a:buChar char="■"/>
              <a:defRPr/>
            </a:lvl3pPr>
            <a:lvl4pPr indent="-336550" lvl="3" marL="1828800" algn="ctr">
              <a:spcBef>
                <a:spcPts val="0"/>
              </a:spcBef>
              <a:spcAft>
                <a:spcPts val="0"/>
              </a:spcAft>
              <a:buSzPts val="1700"/>
              <a:buChar char="●"/>
              <a:defRPr/>
            </a:lvl4pPr>
            <a:lvl5pPr indent="-336550" lvl="4" marL="2286000" algn="ctr">
              <a:spcBef>
                <a:spcPts val="0"/>
              </a:spcBef>
              <a:spcAft>
                <a:spcPts val="0"/>
              </a:spcAft>
              <a:buSzPts val="1700"/>
              <a:buChar char="○"/>
              <a:defRPr/>
            </a:lvl5pPr>
            <a:lvl6pPr indent="-336550" lvl="5" marL="2743200" algn="ctr">
              <a:spcBef>
                <a:spcPts val="0"/>
              </a:spcBef>
              <a:spcAft>
                <a:spcPts val="0"/>
              </a:spcAft>
              <a:buSzPts val="1700"/>
              <a:buChar char="■"/>
              <a:defRPr/>
            </a:lvl6pPr>
            <a:lvl7pPr indent="-336550" lvl="6" marL="3200400" algn="ctr">
              <a:spcBef>
                <a:spcPts val="0"/>
              </a:spcBef>
              <a:spcAft>
                <a:spcPts val="0"/>
              </a:spcAft>
              <a:buSzPts val="1700"/>
              <a:buChar char="●"/>
              <a:defRPr/>
            </a:lvl7pPr>
            <a:lvl8pPr indent="-336550" lvl="7" marL="3657600" algn="ctr">
              <a:spcBef>
                <a:spcPts val="0"/>
              </a:spcBef>
              <a:spcAft>
                <a:spcPts val="0"/>
              </a:spcAft>
              <a:buSzPts val="1700"/>
              <a:buChar char="○"/>
              <a:defRPr/>
            </a:lvl8pPr>
            <a:lvl9pPr indent="-336550" lvl="8" marL="4114800" algn="ctr">
              <a:spcBef>
                <a:spcPts val="0"/>
              </a:spcBef>
              <a:spcAft>
                <a:spcPts val="0"/>
              </a:spcAft>
              <a:buSzPts val="1700"/>
              <a:buChar char="■"/>
              <a:defRPr/>
            </a:lvl9pPr>
          </a:lstStyle>
          <a:p/>
        </p:txBody>
      </p:sp>
      <p:sp>
        <p:nvSpPr>
          <p:cNvPr id="47" name="Google Shape;47;p11"/>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68150" y="1245914"/>
            <a:ext cx="10063800" cy="1603200"/>
          </a:xfrm>
          <a:prstGeom prst="rect">
            <a:avLst/>
          </a:prstGeom>
          <a:noFill/>
          <a:ln>
            <a:noFill/>
          </a:ln>
        </p:spPr>
        <p:txBody>
          <a:bodyPr anchorCtr="0" anchor="t" bIns="108475" lIns="108475" spcFirstLastPara="1" rIns="108475" wrap="square" tIns="108475">
            <a:normAutofit/>
          </a:bodyPr>
          <a:lstStyle>
            <a:lvl1pPr lvl="0">
              <a:spcBef>
                <a:spcPts val="0"/>
              </a:spcBef>
              <a:spcAft>
                <a:spcPts val="0"/>
              </a:spcAft>
              <a:buClr>
                <a:schemeClr val="dk1"/>
              </a:buClr>
              <a:buSzPts val="3300"/>
              <a:buNone/>
              <a:defRPr sz="3300">
                <a:solidFill>
                  <a:schemeClr val="dk1"/>
                </a:solidFill>
              </a:defRPr>
            </a:lvl1pPr>
            <a:lvl2pPr lvl="1">
              <a:spcBef>
                <a:spcPts val="0"/>
              </a:spcBef>
              <a:spcAft>
                <a:spcPts val="0"/>
              </a:spcAft>
              <a:buClr>
                <a:schemeClr val="dk1"/>
              </a:buClr>
              <a:buSzPts val="3300"/>
              <a:buNone/>
              <a:defRPr sz="3300">
                <a:solidFill>
                  <a:schemeClr val="dk1"/>
                </a:solidFill>
              </a:defRPr>
            </a:lvl2pPr>
            <a:lvl3pPr lvl="2">
              <a:spcBef>
                <a:spcPts val="0"/>
              </a:spcBef>
              <a:spcAft>
                <a:spcPts val="0"/>
              </a:spcAft>
              <a:buClr>
                <a:schemeClr val="dk1"/>
              </a:buClr>
              <a:buSzPts val="3300"/>
              <a:buNone/>
              <a:defRPr sz="3300">
                <a:solidFill>
                  <a:schemeClr val="dk1"/>
                </a:solidFill>
              </a:defRPr>
            </a:lvl3pPr>
            <a:lvl4pPr lvl="3">
              <a:spcBef>
                <a:spcPts val="0"/>
              </a:spcBef>
              <a:spcAft>
                <a:spcPts val="0"/>
              </a:spcAft>
              <a:buClr>
                <a:schemeClr val="dk1"/>
              </a:buClr>
              <a:buSzPts val="3300"/>
              <a:buNone/>
              <a:defRPr sz="3300">
                <a:solidFill>
                  <a:schemeClr val="dk1"/>
                </a:solidFill>
              </a:defRPr>
            </a:lvl4pPr>
            <a:lvl5pPr lvl="4">
              <a:spcBef>
                <a:spcPts val="0"/>
              </a:spcBef>
              <a:spcAft>
                <a:spcPts val="0"/>
              </a:spcAft>
              <a:buClr>
                <a:schemeClr val="dk1"/>
              </a:buClr>
              <a:buSzPts val="3300"/>
              <a:buNone/>
              <a:defRPr sz="3300">
                <a:solidFill>
                  <a:schemeClr val="dk1"/>
                </a:solidFill>
              </a:defRPr>
            </a:lvl5pPr>
            <a:lvl6pPr lvl="5">
              <a:spcBef>
                <a:spcPts val="0"/>
              </a:spcBef>
              <a:spcAft>
                <a:spcPts val="0"/>
              </a:spcAft>
              <a:buClr>
                <a:schemeClr val="dk1"/>
              </a:buClr>
              <a:buSzPts val="3300"/>
              <a:buNone/>
              <a:defRPr sz="3300">
                <a:solidFill>
                  <a:schemeClr val="dk1"/>
                </a:solidFill>
              </a:defRPr>
            </a:lvl6pPr>
            <a:lvl7pPr lvl="6">
              <a:spcBef>
                <a:spcPts val="0"/>
              </a:spcBef>
              <a:spcAft>
                <a:spcPts val="0"/>
              </a:spcAft>
              <a:buClr>
                <a:schemeClr val="dk1"/>
              </a:buClr>
              <a:buSzPts val="3300"/>
              <a:buNone/>
              <a:defRPr sz="3300">
                <a:solidFill>
                  <a:schemeClr val="dk1"/>
                </a:solidFill>
              </a:defRPr>
            </a:lvl7pPr>
            <a:lvl8pPr lvl="7">
              <a:spcBef>
                <a:spcPts val="0"/>
              </a:spcBef>
              <a:spcAft>
                <a:spcPts val="0"/>
              </a:spcAft>
              <a:buClr>
                <a:schemeClr val="dk1"/>
              </a:buClr>
              <a:buSzPts val="3300"/>
              <a:buNone/>
              <a:defRPr sz="3300">
                <a:solidFill>
                  <a:schemeClr val="dk1"/>
                </a:solidFill>
              </a:defRPr>
            </a:lvl8pPr>
            <a:lvl9pPr lvl="8">
              <a:spcBef>
                <a:spcPts val="0"/>
              </a:spcBef>
              <a:spcAft>
                <a:spcPts val="0"/>
              </a:spcAft>
              <a:buClr>
                <a:schemeClr val="dk1"/>
              </a:buClr>
              <a:buSzPts val="3300"/>
              <a:buNone/>
              <a:defRPr sz="3300">
                <a:solidFill>
                  <a:schemeClr val="dk1"/>
                </a:solidFill>
              </a:defRPr>
            </a:lvl9pPr>
          </a:lstStyle>
          <a:p/>
        </p:txBody>
      </p:sp>
      <p:sp>
        <p:nvSpPr>
          <p:cNvPr id="7" name="Google Shape;7;p1"/>
          <p:cNvSpPr txBox="1"/>
          <p:nvPr>
            <p:ph idx="1" type="body"/>
          </p:nvPr>
        </p:nvSpPr>
        <p:spPr>
          <a:xfrm>
            <a:off x="368150" y="3226527"/>
            <a:ext cx="10063800" cy="9564600"/>
          </a:xfrm>
          <a:prstGeom prst="rect">
            <a:avLst/>
          </a:prstGeom>
          <a:noFill/>
          <a:ln>
            <a:noFill/>
          </a:ln>
        </p:spPr>
        <p:txBody>
          <a:bodyPr anchorCtr="0" anchor="t" bIns="108475" lIns="108475" spcFirstLastPara="1" rIns="108475" wrap="square" tIns="108475">
            <a:normAutofit/>
          </a:bodyPr>
          <a:lstStyle>
            <a:lvl1pPr indent="-361950" lvl="0" marL="457200">
              <a:lnSpc>
                <a:spcPct val="115000"/>
              </a:lnSpc>
              <a:spcBef>
                <a:spcPts val="0"/>
              </a:spcBef>
              <a:spcAft>
                <a:spcPts val="0"/>
              </a:spcAft>
              <a:buClr>
                <a:schemeClr val="dk2"/>
              </a:buClr>
              <a:buSzPts val="2100"/>
              <a:buChar char="●"/>
              <a:defRPr sz="2100">
                <a:solidFill>
                  <a:schemeClr val="dk2"/>
                </a:solidFill>
              </a:defRPr>
            </a:lvl1pPr>
            <a:lvl2pPr indent="-336550" lvl="1" marL="914400">
              <a:lnSpc>
                <a:spcPct val="115000"/>
              </a:lnSpc>
              <a:spcBef>
                <a:spcPts val="0"/>
              </a:spcBef>
              <a:spcAft>
                <a:spcPts val="0"/>
              </a:spcAft>
              <a:buClr>
                <a:schemeClr val="dk2"/>
              </a:buClr>
              <a:buSzPts val="1700"/>
              <a:buChar char="○"/>
              <a:defRPr sz="1700">
                <a:solidFill>
                  <a:schemeClr val="dk2"/>
                </a:solidFill>
              </a:defRPr>
            </a:lvl2pPr>
            <a:lvl3pPr indent="-336550" lvl="2" marL="1371600">
              <a:lnSpc>
                <a:spcPct val="115000"/>
              </a:lnSpc>
              <a:spcBef>
                <a:spcPts val="0"/>
              </a:spcBef>
              <a:spcAft>
                <a:spcPts val="0"/>
              </a:spcAft>
              <a:buClr>
                <a:schemeClr val="dk2"/>
              </a:buClr>
              <a:buSzPts val="1700"/>
              <a:buChar char="■"/>
              <a:defRPr sz="1700">
                <a:solidFill>
                  <a:schemeClr val="dk2"/>
                </a:solidFill>
              </a:defRPr>
            </a:lvl3pPr>
            <a:lvl4pPr indent="-336550" lvl="3" marL="1828800">
              <a:lnSpc>
                <a:spcPct val="115000"/>
              </a:lnSpc>
              <a:spcBef>
                <a:spcPts val="0"/>
              </a:spcBef>
              <a:spcAft>
                <a:spcPts val="0"/>
              </a:spcAft>
              <a:buClr>
                <a:schemeClr val="dk2"/>
              </a:buClr>
              <a:buSzPts val="1700"/>
              <a:buChar char="●"/>
              <a:defRPr sz="1700">
                <a:solidFill>
                  <a:schemeClr val="dk2"/>
                </a:solidFill>
              </a:defRPr>
            </a:lvl4pPr>
            <a:lvl5pPr indent="-336550" lvl="4" marL="2286000">
              <a:lnSpc>
                <a:spcPct val="115000"/>
              </a:lnSpc>
              <a:spcBef>
                <a:spcPts val="0"/>
              </a:spcBef>
              <a:spcAft>
                <a:spcPts val="0"/>
              </a:spcAft>
              <a:buClr>
                <a:schemeClr val="dk2"/>
              </a:buClr>
              <a:buSzPts val="1700"/>
              <a:buChar char="○"/>
              <a:defRPr sz="1700">
                <a:solidFill>
                  <a:schemeClr val="dk2"/>
                </a:solidFill>
              </a:defRPr>
            </a:lvl5pPr>
            <a:lvl6pPr indent="-336550" lvl="5" marL="2743200">
              <a:lnSpc>
                <a:spcPct val="115000"/>
              </a:lnSpc>
              <a:spcBef>
                <a:spcPts val="0"/>
              </a:spcBef>
              <a:spcAft>
                <a:spcPts val="0"/>
              </a:spcAft>
              <a:buClr>
                <a:schemeClr val="dk2"/>
              </a:buClr>
              <a:buSzPts val="1700"/>
              <a:buChar char="■"/>
              <a:defRPr sz="1700">
                <a:solidFill>
                  <a:schemeClr val="dk2"/>
                </a:solidFill>
              </a:defRPr>
            </a:lvl6pPr>
            <a:lvl7pPr indent="-336550" lvl="6" marL="3200400">
              <a:lnSpc>
                <a:spcPct val="115000"/>
              </a:lnSpc>
              <a:spcBef>
                <a:spcPts val="0"/>
              </a:spcBef>
              <a:spcAft>
                <a:spcPts val="0"/>
              </a:spcAft>
              <a:buClr>
                <a:schemeClr val="dk2"/>
              </a:buClr>
              <a:buSzPts val="1700"/>
              <a:buChar char="●"/>
              <a:defRPr sz="1700">
                <a:solidFill>
                  <a:schemeClr val="dk2"/>
                </a:solidFill>
              </a:defRPr>
            </a:lvl7pPr>
            <a:lvl8pPr indent="-336550" lvl="7" marL="3657600">
              <a:lnSpc>
                <a:spcPct val="115000"/>
              </a:lnSpc>
              <a:spcBef>
                <a:spcPts val="0"/>
              </a:spcBef>
              <a:spcAft>
                <a:spcPts val="0"/>
              </a:spcAft>
              <a:buClr>
                <a:schemeClr val="dk2"/>
              </a:buClr>
              <a:buSzPts val="1700"/>
              <a:buChar char="○"/>
              <a:defRPr sz="1700">
                <a:solidFill>
                  <a:schemeClr val="dk2"/>
                </a:solidFill>
              </a:defRPr>
            </a:lvl8pPr>
            <a:lvl9pPr indent="-336550" lvl="8" marL="4114800">
              <a:lnSpc>
                <a:spcPct val="115000"/>
              </a:lnSpc>
              <a:spcBef>
                <a:spcPts val="0"/>
              </a:spcBef>
              <a:spcAft>
                <a:spcPts val="0"/>
              </a:spcAft>
              <a:buClr>
                <a:schemeClr val="dk2"/>
              </a:buClr>
              <a:buSzPts val="1700"/>
              <a:buChar char="■"/>
              <a:defRPr sz="1700">
                <a:solidFill>
                  <a:schemeClr val="dk2"/>
                </a:solidFill>
              </a:defRPr>
            </a:lvl9pPr>
          </a:lstStyle>
          <a:p/>
        </p:txBody>
      </p:sp>
      <p:sp>
        <p:nvSpPr>
          <p:cNvPr id="8" name="Google Shape;8;p1"/>
          <p:cNvSpPr txBox="1"/>
          <p:nvPr>
            <p:ph idx="12" type="sldNum"/>
          </p:nvPr>
        </p:nvSpPr>
        <p:spPr>
          <a:xfrm>
            <a:off x="10006840" y="13055375"/>
            <a:ext cx="648000" cy="1101900"/>
          </a:xfrm>
          <a:prstGeom prst="rect">
            <a:avLst/>
          </a:prstGeom>
          <a:noFill/>
          <a:ln>
            <a:noFill/>
          </a:ln>
        </p:spPr>
        <p:txBody>
          <a:bodyPr anchorCtr="0" anchor="ctr" bIns="108475" lIns="108475" spcFirstLastPara="1" rIns="108475" wrap="square" tIns="108475">
            <a:normAutofit/>
          </a:bodyPr>
          <a:lstStyle>
            <a:lvl1pPr lvl="0" algn="r">
              <a:buNone/>
              <a:defRPr sz="1200">
                <a:solidFill>
                  <a:schemeClr val="dk2"/>
                </a:solidFill>
              </a:defRPr>
            </a:lvl1pPr>
            <a:lvl2pPr lvl="1" algn="r">
              <a:buNone/>
              <a:defRPr sz="1200">
                <a:solidFill>
                  <a:schemeClr val="dk2"/>
                </a:solidFill>
              </a:defRPr>
            </a:lvl2pPr>
            <a:lvl3pPr lvl="2" algn="r">
              <a:buNone/>
              <a:defRPr sz="1200">
                <a:solidFill>
                  <a:schemeClr val="dk2"/>
                </a:solidFill>
              </a:defRPr>
            </a:lvl3pPr>
            <a:lvl4pPr lvl="3" algn="r">
              <a:buNone/>
              <a:defRPr sz="1200">
                <a:solidFill>
                  <a:schemeClr val="dk2"/>
                </a:solidFill>
              </a:defRPr>
            </a:lvl4pPr>
            <a:lvl5pPr lvl="4" algn="r">
              <a:buNone/>
              <a:defRPr sz="1200">
                <a:solidFill>
                  <a:schemeClr val="dk2"/>
                </a:solidFill>
              </a:defRPr>
            </a:lvl5pPr>
            <a:lvl6pPr lvl="5" algn="r">
              <a:buNone/>
              <a:defRPr sz="1200">
                <a:solidFill>
                  <a:schemeClr val="dk2"/>
                </a:solidFill>
              </a:defRPr>
            </a:lvl6pPr>
            <a:lvl7pPr lvl="6" algn="r">
              <a:buNone/>
              <a:defRPr sz="1200">
                <a:solidFill>
                  <a:schemeClr val="dk2"/>
                </a:solidFill>
              </a:defRPr>
            </a:lvl7pPr>
            <a:lvl8pPr lvl="7" algn="r">
              <a:buNone/>
              <a:defRPr sz="1200">
                <a:solidFill>
                  <a:schemeClr val="dk2"/>
                </a:solidFill>
              </a:defRPr>
            </a:lvl8pPr>
            <a:lvl9pPr lvl="8" algn="r">
              <a:buNone/>
              <a:defRPr sz="1200">
                <a:solidFill>
                  <a:schemeClr val="dk2"/>
                </a:solidFill>
              </a:defRPr>
            </a:lvl9pPr>
          </a:lstStyle>
          <a:p>
            <a:pPr indent="0" lvl="0" marL="0" rtl="0" algn="r">
              <a:spcBef>
                <a:spcPts val="0"/>
              </a:spcBef>
              <a:spcAft>
                <a:spcPts val="0"/>
              </a:spcAft>
              <a:buNone/>
            </a:pPr>
            <a:fld id="{00000000-1234-1234-1234-123412341234}" type="slidenum">
              <a:rPr lang="uk"/>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ydoryk.artstation.com/" TargetMode="External"/><Relationship Id="rId4" Type="http://schemas.openxmlformats.org/officeDocument/2006/relationships/hyperlink" Target="https://youtu.be/57tYajrnrwI" TargetMode="External"/><Relationship Id="rId5" Type="http://schemas.openxmlformats.org/officeDocument/2006/relationships/hyperlink" Target="https://youtu.be/3gb4lI7_XRA"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955019" y="728072"/>
            <a:ext cx="6300600" cy="754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4900">
                <a:latin typeface="Rubik"/>
                <a:ea typeface="Rubik"/>
                <a:cs typeface="Rubik"/>
                <a:sym typeface="Rubik"/>
              </a:rPr>
              <a:t>SYDORYK OLEH</a:t>
            </a:r>
            <a:endParaRPr sz="4900">
              <a:latin typeface="Rubik"/>
              <a:ea typeface="Rubik"/>
              <a:cs typeface="Rubik"/>
              <a:sym typeface="Rubik"/>
            </a:endParaRPr>
          </a:p>
        </p:txBody>
      </p:sp>
      <p:sp>
        <p:nvSpPr>
          <p:cNvPr id="55" name="Google Shape;55;p13"/>
          <p:cNvSpPr txBox="1"/>
          <p:nvPr/>
        </p:nvSpPr>
        <p:spPr>
          <a:xfrm>
            <a:off x="1004066" y="1566599"/>
            <a:ext cx="43776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1900">
                <a:latin typeface="Spartan"/>
                <a:ea typeface="Spartan"/>
                <a:cs typeface="Spartan"/>
                <a:sym typeface="Spartan"/>
              </a:rPr>
              <a:t> 3D Designer</a:t>
            </a:r>
            <a:endParaRPr sz="1900">
              <a:latin typeface="Spartan"/>
              <a:ea typeface="Spartan"/>
              <a:cs typeface="Spartan"/>
              <a:sym typeface="Spartan"/>
            </a:endParaRPr>
          </a:p>
        </p:txBody>
      </p:sp>
      <p:grpSp>
        <p:nvGrpSpPr>
          <p:cNvPr id="56" name="Google Shape;56;p13"/>
          <p:cNvGrpSpPr/>
          <p:nvPr/>
        </p:nvGrpSpPr>
        <p:grpSpPr>
          <a:xfrm>
            <a:off x="6218312" y="1655012"/>
            <a:ext cx="3568357" cy="761605"/>
            <a:chOff x="4352731" y="1228757"/>
            <a:chExt cx="2497800" cy="565450"/>
          </a:xfrm>
        </p:grpSpPr>
        <p:sp>
          <p:nvSpPr>
            <p:cNvPr id="57" name="Google Shape;57;p13"/>
            <p:cNvSpPr txBox="1"/>
            <p:nvPr/>
          </p:nvSpPr>
          <p:spPr>
            <a:xfrm>
              <a:off x="4352731" y="122875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+48 793 198 675</a:t>
              </a:r>
              <a:endParaRPr sz="1200">
                <a:latin typeface="Spartan"/>
                <a:ea typeface="Spartan"/>
                <a:cs typeface="Spartan"/>
                <a:sym typeface="Spartan"/>
              </a:endParaRPr>
            </a:p>
          </p:txBody>
        </p:sp>
        <p:sp>
          <p:nvSpPr>
            <p:cNvPr id="58" name="Google Shape;58;p13"/>
            <p:cNvSpPr txBox="1"/>
            <p:nvPr/>
          </p:nvSpPr>
          <p:spPr>
            <a:xfrm>
              <a:off x="4352731" y="1444748"/>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sydorykoleh@gmail.com</a:t>
              </a:r>
              <a:endParaRPr sz="1200">
                <a:latin typeface="Spartan"/>
                <a:ea typeface="Spartan"/>
                <a:cs typeface="Spartan"/>
                <a:sym typeface="Spartan"/>
              </a:endParaRPr>
            </a:p>
          </p:txBody>
        </p:sp>
        <p:sp>
          <p:nvSpPr>
            <p:cNvPr id="59" name="Google Shape;59;p13"/>
            <p:cNvSpPr txBox="1"/>
            <p:nvPr/>
          </p:nvSpPr>
          <p:spPr>
            <a:xfrm>
              <a:off x="4352731" y="165710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Krakow, Poland</a:t>
              </a:r>
              <a:endParaRPr sz="1200">
                <a:latin typeface="Spartan"/>
                <a:ea typeface="Spartan"/>
                <a:cs typeface="Spartan"/>
                <a:sym typeface="Spartan"/>
              </a:endParaRPr>
            </a:p>
          </p:txBody>
        </p:sp>
      </p:grpSp>
      <p:grpSp>
        <p:nvGrpSpPr>
          <p:cNvPr id="60" name="Google Shape;60;p13"/>
          <p:cNvGrpSpPr/>
          <p:nvPr/>
        </p:nvGrpSpPr>
        <p:grpSpPr>
          <a:xfrm>
            <a:off x="1033592" y="2539957"/>
            <a:ext cx="8738318" cy="76268"/>
            <a:chOff x="720800" y="2296300"/>
            <a:chExt cx="6116700" cy="56625"/>
          </a:xfrm>
        </p:grpSpPr>
        <p:cxnSp>
          <p:nvCxnSpPr>
            <p:cNvPr id="61" name="Google Shape;61;p13"/>
            <p:cNvCxnSpPr/>
            <p:nvPr/>
          </p:nvCxnSpPr>
          <p:spPr>
            <a:xfrm>
              <a:off x="720800" y="2296300"/>
              <a:ext cx="6116700" cy="0"/>
            </a:xfrm>
            <a:prstGeom prst="straightConnector1">
              <a:avLst/>
            </a:prstGeom>
            <a:noFill/>
            <a:ln cap="flat" cmpd="sng" w="9525">
              <a:solidFill>
                <a:schemeClr val="dk1"/>
              </a:solidFill>
              <a:prstDash val="solid"/>
              <a:round/>
              <a:headEnd len="med" w="med" type="none"/>
              <a:tailEnd len="med" w="med" type="none"/>
            </a:ln>
          </p:spPr>
        </p:cxnSp>
        <p:cxnSp>
          <p:nvCxnSpPr>
            <p:cNvPr id="62" name="Google Shape;62;p13"/>
            <p:cNvCxnSpPr/>
            <p:nvPr/>
          </p:nvCxnSpPr>
          <p:spPr>
            <a:xfrm>
              <a:off x="720800" y="2352925"/>
              <a:ext cx="6116700" cy="0"/>
            </a:xfrm>
            <a:prstGeom prst="straightConnector1">
              <a:avLst/>
            </a:prstGeom>
            <a:noFill/>
            <a:ln cap="flat" cmpd="sng" w="9525">
              <a:solidFill>
                <a:schemeClr val="dk1"/>
              </a:solidFill>
              <a:prstDash val="solid"/>
              <a:round/>
              <a:headEnd len="med" w="med" type="none"/>
              <a:tailEnd len="med" w="med" type="none"/>
            </a:ln>
          </p:spPr>
        </p:cxnSp>
      </p:grpSp>
      <p:sp>
        <p:nvSpPr>
          <p:cNvPr id="63" name="Google Shape;63;p13"/>
          <p:cNvSpPr txBox="1"/>
          <p:nvPr/>
        </p:nvSpPr>
        <p:spPr>
          <a:xfrm>
            <a:off x="1033574" y="2716667"/>
            <a:ext cx="54024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uk" sz="1200">
                <a:latin typeface="Spartan"/>
                <a:ea typeface="Spartan"/>
                <a:cs typeface="Spartan"/>
                <a:sym typeface="Spartan"/>
              </a:rPr>
              <a:t>Dear millennium Team,</a:t>
            </a:r>
            <a:endParaRPr sz="1200">
              <a:latin typeface="Spartan"/>
              <a:ea typeface="Spartan"/>
              <a:cs typeface="Spartan"/>
              <a:sym typeface="Spartan"/>
            </a:endParaRPr>
          </a:p>
        </p:txBody>
      </p:sp>
      <p:sp>
        <p:nvSpPr>
          <p:cNvPr id="64" name="Google Shape;64;p13"/>
          <p:cNvSpPr txBox="1"/>
          <p:nvPr/>
        </p:nvSpPr>
        <p:spPr>
          <a:xfrm>
            <a:off x="1018786" y="2971314"/>
            <a:ext cx="8767800" cy="7908600"/>
          </a:xfrm>
          <a:prstGeom prst="rect">
            <a:avLst/>
          </a:prstGeom>
          <a:noFill/>
          <a:ln>
            <a:noFill/>
          </a:ln>
        </p:spPr>
        <p:txBody>
          <a:bodyPr anchorCtr="0" anchor="t" bIns="0" lIns="0" spcFirstLastPara="1" rIns="0" wrap="square" tIns="0">
            <a:spAutoFit/>
          </a:bodyPr>
          <a:lstStyle/>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I am a Lead Lighting and Compositing Artist with over 8 years of experience in full CG movie production. During my time at Attraktion!, I have produc</a:t>
            </a:r>
            <a:r>
              <a:rPr lang="uk">
                <a:solidFill>
                  <a:schemeClr val="dk1"/>
                </a:solidFill>
                <a:latin typeface="Calibri"/>
                <a:ea typeface="Calibri"/>
                <a:cs typeface="Calibri"/>
                <a:sym typeface="Calibri"/>
              </a:rPr>
              <a:t>ed</a:t>
            </a:r>
            <a:r>
              <a:rPr lang="uk" sz="1400">
                <a:solidFill>
                  <a:schemeClr val="dk1"/>
                </a:solidFill>
                <a:latin typeface="Calibri"/>
                <a:ea typeface="Calibri"/>
                <a:cs typeface="Calibri"/>
                <a:sym typeface="Calibri"/>
              </a:rPr>
              <a:t> movies for cinemas worldwide, enjoyed by millions of customers. I am excited about the opportunity to join </a:t>
            </a:r>
            <a:r>
              <a:rPr lang="uk">
                <a:solidFill>
                  <a:schemeClr val="dk1"/>
                </a:solidFill>
                <a:latin typeface="Calibri"/>
                <a:ea typeface="Calibri"/>
                <a:cs typeface="Calibri"/>
                <a:sym typeface="Calibri"/>
              </a:rPr>
              <a:t>millennium</a:t>
            </a:r>
            <a:r>
              <a:rPr lang="uk" sz="1400">
                <a:solidFill>
                  <a:schemeClr val="dk1"/>
                </a:solidFill>
                <a:latin typeface="Calibri"/>
                <a:ea typeface="Calibri"/>
                <a:cs typeface="Calibri"/>
                <a:sym typeface="Calibri"/>
              </a:rPr>
              <a:t>.</a:t>
            </a:r>
            <a:br>
              <a:rPr lang="uk"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Here are a few reasons why I believe I am a great fit for this position:</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Extensive Experience</a:t>
            </a:r>
            <a:r>
              <a:rPr lang="uk">
                <a:solidFill>
                  <a:schemeClr val="dk1"/>
                </a:solidFill>
                <a:latin typeface="Calibri"/>
                <a:ea typeface="Calibri"/>
                <a:cs typeface="Calibri"/>
                <a:sym typeface="Calibri"/>
              </a:rPr>
              <a:t>: I have progressed from a junior lighting/compositing artist to a lead role, gaining comprehensive knowledge of all CG processes and software. Over the years, I have worked on a variety of projects that have honed my skills in modeling, texturing, lighting, and compositing. My hands-on experience with industry-standard software such as Maya, Houdini, Unreal, Nuke, and more has enabled me to tackle complex challenges efficiently. This journey has provided me with the versatility to lead projects, mentor junior artists, and ensure the highest quality of visual output.</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Technical Expertise</a:t>
            </a:r>
            <a:r>
              <a:rPr lang="uk">
                <a:solidFill>
                  <a:schemeClr val="dk1"/>
                </a:solidFill>
                <a:latin typeface="Calibri"/>
                <a:ea typeface="Calibri"/>
                <a:cs typeface="Calibri"/>
                <a:sym typeface="Calibri"/>
              </a:rPr>
              <a:t>: I have a strong technical background and a passion for diving into detailed documentation to fully understand software and processes. This dedication has positioned me as the go-to person for technical issues within my team. I have developed comprehensive templates for lighting and compositing workflows, complete with thorough documentation for team use. Whether it's troubleshooting lighting issues, resolving rendering problems, or fixing scene crashes, I am the expert who finds solutions and documents them for future reference. Additionally, I have collaborated closely with our TD to develop essential tools and automations that our artists rely on daily.</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sz="1400">
                <a:solidFill>
                  <a:schemeClr val="dk1"/>
                </a:solidFill>
                <a:latin typeface="Calibri"/>
                <a:ea typeface="Calibri"/>
                <a:cs typeface="Calibri"/>
                <a:sym typeface="Calibri"/>
              </a:rPr>
              <a:t>Unreal Expertise:</a:t>
            </a:r>
            <a:r>
              <a:rPr lang="uk" sz="1400">
                <a:solidFill>
                  <a:schemeClr val="dk1"/>
                </a:solidFill>
                <a:latin typeface="Calibri"/>
                <a:ea typeface="Calibri"/>
                <a:cs typeface="Calibri"/>
                <a:sym typeface="Calibri"/>
              </a:rPr>
              <a:t> I led the transition of our animation pipeline from a traditional rendering workflow (Maya + Redshift) to using Unreal. This transition allowed us to successfully produce multiple movies in Unreal. My tasks included researching and developing workflows, building environments (Houdini + PCG), creating master materials, setting up shots, creating scene and shot lighting, and creating FX in Niagara.</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My portfolio can be viewed here:</a:t>
            </a:r>
            <a:r>
              <a:rPr lang="uk" sz="1400" u="sng">
                <a:solidFill>
                  <a:srgbClr val="1155CC"/>
                </a:solidFill>
                <a:latin typeface="Calibri"/>
                <a:ea typeface="Calibri"/>
                <a:cs typeface="Calibri"/>
                <a:sym typeface="Calibri"/>
                <a:hlinkClick r:id="rId3">
                  <a:extLst>
                    <a:ext uri="{A12FA001-AC4F-418D-AE19-62706E023703}">
                      <ahyp:hlinkClr val="tx"/>
                    </a:ext>
                  </a:extLst>
                </a:hlinkClick>
              </a:rPr>
              <a:t> https://sydoryk.artstation.com/</a:t>
            </a:r>
            <a:r>
              <a:rPr lang="uk" sz="1400">
                <a:solidFill>
                  <a:schemeClr val="dk1"/>
                </a:solidFill>
                <a:latin typeface="Calibri"/>
                <a:ea typeface="Calibri"/>
                <a:cs typeface="Calibri"/>
                <a:sym typeface="Calibri"/>
              </a:rPr>
              <a:t>. </a:t>
            </a:r>
            <a:br>
              <a:rPr lang="uk" sz="1400">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Showreel: </a:t>
            </a:r>
            <a:r>
              <a:rPr lang="uk" sz="1400" u="sng">
                <a:solidFill>
                  <a:srgbClr val="1155CC"/>
                </a:solidFill>
                <a:latin typeface="Calibri"/>
                <a:ea typeface="Calibri"/>
                <a:cs typeface="Calibri"/>
                <a:sym typeface="Calibri"/>
                <a:hlinkClick r:id="rId4">
                  <a:extLst>
                    <a:ext uri="{A12FA001-AC4F-418D-AE19-62706E023703}">
                      <ahyp:hlinkClr val="tx"/>
                    </a:ext>
                  </a:extLst>
                </a:hlinkClick>
              </a:rPr>
              <a:t>https://youtu.be/57tYajrnrwI</a:t>
            </a:r>
            <a:br>
              <a:rPr lang="uk" sz="1400">
                <a:solidFill>
                  <a:schemeClr val="dk1"/>
                </a:solidFill>
                <a:latin typeface="Calibri"/>
                <a:ea typeface="Calibri"/>
                <a:cs typeface="Calibri"/>
                <a:sym typeface="Calibri"/>
              </a:rPr>
            </a:br>
            <a:r>
              <a:rPr lang="uk">
                <a:solidFill>
                  <a:schemeClr val="dk1"/>
                </a:solidFill>
                <a:latin typeface="Calibri"/>
                <a:ea typeface="Calibri"/>
                <a:cs typeface="Calibri"/>
                <a:sym typeface="Calibri"/>
              </a:rPr>
              <a:t>O</a:t>
            </a:r>
            <a:r>
              <a:rPr lang="uk" sz="1400">
                <a:solidFill>
                  <a:schemeClr val="dk1"/>
                </a:solidFill>
                <a:latin typeface="Calibri"/>
                <a:ea typeface="Calibri"/>
                <a:cs typeface="Calibri"/>
                <a:sym typeface="Calibri"/>
              </a:rPr>
              <a:t>ne of our projects was postponed indefinitely, I</a:t>
            </a:r>
            <a:r>
              <a:rPr lang="uk">
                <a:solidFill>
                  <a:schemeClr val="dk1"/>
                </a:solidFill>
                <a:latin typeface="Calibri"/>
                <a:ea typeface="Calibri"/>
                <a:cs typeface="Calibri"/>
                <a:sym typeface="Calibri"/>
              </a:rPr>
              <a:t>’m proud of </a:t>
            </a:r>
            <a:r>
              <a:rPr lang="uk">
                <a:solidFill>
                  <a:schemeClr val="dk1"/>
                </a:solidFill>
                <a:latin typeface="Calibri"/>
                <a:ea typeface="Calibri"/>
                <a:cs typeface="Calibri"/>
                <a:sym typeface="Calibri"/>
              </a:rPr>
              <a:t>what</a:t>
            </a:r>
            <a:r>
              <a:rPr lang="uk">
                <a:solidFill>
                  <a:schemeClr val="dk1"/>
                </a:solidFill>
                <a:latin typeface="Calibri"/>
                <a:ea typeface="Calibri"/>
                <a:cs typeface="Calibri"/>
                <a:sym typeface="Calibri"/>
              </a:rPr>
              <a:t> we archived, and </a:t>
            </a:r>
            <a:r>
              <a:rPr lang="uk" sz="1400">
                <a:solidFill>
                  <a:schemeClr val="dk1"/>
                </a:solidFill>
                <a:latin typeface="Calibri"/>
                <a:ea typeface="Calibri"/>
                <a:cs typeface="Calibri"/>
                <a:sym typeface="Calibri"/>
              </a:rPr>
              <a:t>was allowed to upload it as an unlisted video separate from my showreel: </a:t>
            </a:r>
            <a:r>
              <a:rPr lang="uk" sz="1400" u="sng">
                <a:solidFill>
                  <a:srgbClr val="1155CC"/>
                </a:solidFill>
                <a:latin typeface="Calibri"/>
                <a:ea typeface="Calibri"/>
                <a:cs typeface="Calibri"/>
                <a:sym typeface="Calibri"/>
                <a:hlinkClick r:id="rId5">
                  <a:extLst>
                    <a:ext uri="{A12FA001-AC4F-418D-AE19-62706E023703}">
                      <ahyp:hlinkClr val="tx"/>
                    </a:ext>
                  </a:extLst>
                </a:hlinkClick>
              </a:rPr>
              <a:t>https://youtu.be/3gb4lI7_XRA</a:t>
            </a:r>
            <a:br>
              <a:rPr lang="uk"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As you can see, my experience aligns well with the needs of </a:t>
            </a:r>
            <a:r>
              <a:rPr lang="uk">
                <a:solidFill>
                  <a:schemeClr val="dk1"/>
                </a:solidFill>
                <a:latin typeface="Calibri"/>
                <a:ea typeface="Calibri"/>
                <a:cs typeface="Calibri"/>
                <a:sym typeface="Calibri"/>
              </a:rPr>
              <a:t>millennium</a:t>
            </a:r>
            <a:r>
              <a:rPr lang="uk" sz="1400">
                <a:solidFill>
                  <a:schemeClr val="dk1"/>
                </a:solidFill>
                <a:latin typeface="Calibri"/>
                <a:ea typeface="Calibri"/>
                <a:cs typeface="Calibri"/>
                <a:sym typeface="Calibri"/>
              </a:rPr>
              <a:t>. I am eager to bring my skills to your team and look forward to the opportunity to discuss this further. </a:t>
            </a:r>
            <a:br>
              <a:rPr lang="uk" sz="1400">
                <a:solidFill>
                  <a:schemeClr val="dk1"/>
                </a:solidFill>
                <a:latin typeface="Calibri"/>
                <a:ea typeface="Calibri"/>
                <a:cs typeface="Calibri"/>
                <a:sym typeface="Calibri"/>
              </a:rPr>
            </a:br>
            <a:br>
              <a:rPr lang="uk" sz="1400">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I am located in Krakow</a:t>
            </a:r>
            <a:r>
              <a:rPr lang="uk">
                <a:solidFill>
                  <a:schemeClr val="dk1"/>
                </a:solidFill>
                <a:latin typeface="Calibri"/>
                <a:ea typeface="Calibri"/>
                <a:cs typeface="Calibri"/>
                <a:sym typeface="Calibri"/>
              </a:rPr>
              <a:t>.</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Ready for a </a:t>
            </a:r>
            <a:r>
              <a:rPr lang="uk">
                <a:solidFill>
                  <a:schemeClr val="dk1"/>
                </a:solidFill>
                <a:latin typeface="Calibri"/>
                <a:ea typeface="Calibri"/>
                <a:cs typeface="Calibri"/>
                <a:sym typeface="Calibri"/>
              </a:rPr>
              <a:t>remote </a:t>
            </a:r>
            <a:r>
              <a:rPr lang="uk" sz="1400">
                <a:solidFill>
                  <a:schemeClr val="dk1"/>
                </a:solidFill>
                <a:latin typeface="Calibri"/>
                <a:ea typeface="Calibri"/>
                <a:cs typeface="Calibri"/>
                <a:sym typeface="Calibri"/>
              </a:rPr>
              <a:t>workflow.</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I can start in ~1 week.</a:t>
            </a:r>
            <a:endParaRPr sz="1200">
              <a:latin typeface="Spartan"/>
              <a:ea typeface="Spartan"/>
              <a:cs typeface="Spartan"/>
              <a:sym typeface="Spartan"/>
            </a:endParaRPr>
          </a:p>
        </p:txBody>
      </p:sp>
      <p:sp>
        <p:nvSpPr>
          <p:cNvPr id="65" name="Google Shape;65;p13"/>
          <p:cNvSpPr txBox="1"/>
          <p:nvPr/>
        </p:nvSpPr>
        <p:spPr>
          <a:xfrm>
            <a:off x="955035" y="12061935"/>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lang="uk" sz="1200">
                <a:latin typeface="Spartan"/>
                <a:ea typeface="Spartan"/>
                <a:cs typeface="Spartan"/>
                <a:sym typeface="Spartan"/>
              </a:rPr>
              <a:t>Sincerely,</a:t>
            </a:r>
            <a:endParaRPr sz="1200">
              <a:latin typeface="Spartan"/>
              <a:ea typeface="Spartan"/>
              <a:cs typeface="Spartan"/>
              <a:sym typeface="Spartan"/>
            </a:endParaRPr>
          </a:p>
        </p:txBody>
      </p:sp>
      <p:sp>
        <p:nvSpPr>
          <p:cNvPr id="66" name="Google Shape;66;p13"/>
          <p:cNvSpPr txBox="1"/>
          <p:nvPr/>
        </p:nvSpPr>
        <p:spPr>
          <a:xfrm>
            <a:off x="955035" y="12334390"/>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b="1" lang="uk" sz="1200">
                <a:latin typeface="Spartan"/>
                <a:ea typeface="Spartan"/>
                <a:cs typeface="Spartan"/>
                <a:sym typeface="Spartan"/>
              </a:rPr>
              <a:t>Sydoryk Oleh</a:t>
            </a:r>
            <a:endParaRPr b="1" sz="1200">
              <a:latin typeface="Spartan"/>
              <a:ea typeface="Spartan"/>
              <a:cs typeface="Spartan"/>
              <a:sym typeface="Spart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