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experience" TargetMode="External"/><Relationship Id="rId4" Type="http://schemas.openxmlformats.org/officeDocument/2006/relationships/hyperlink" Target="https://youtu.be/57tYajrnrwI" TargetMode="External"/><Relationship Id="rId5" Type="http://schemas.openxmlformats.org/officeDocument/2006/relationships/hyperlink" Target="https://youtu.be/3gb4lI7_X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Imagery Specialist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TSMG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3D artist with 9+ years of experience in CGI productions as a Senior Lighting / Compositing artist.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job was to build workflow and assemble everything into final image, and then process that image. I can handle complicated tasks and figure out solution on my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own.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responsibility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was to transition from traditional rendering pipeline to UE5. I researched, and with out TD build new workflow and tools for artists. As result we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finished movie in Unreal.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Currently I’m working fully in Houdini.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utilize scripts to process images and automate repetitive tasks.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Checkout my website: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https://sydoryk.com/experience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https://youtu.be/57tYajrnrwI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Showreel2: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https://youtu.be/3gb4lI7_XRA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eager to learn and grow in Geospatial industry.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