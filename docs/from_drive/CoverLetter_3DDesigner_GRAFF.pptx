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3D Designer</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GRAFF Team,</a:t>
            </a:r>
            <a:endParaRPr sz="1200">
              <a:latin typeface="Spartan"/>
              <a:ea typeface="Spartan"/>
              <a:cs typeface="Spartan"/>
              <a:sym typeface="Spartan"/>
            </a:endParaRPr>
          </a:p>
        </p:txBody>
      </p:sp>
      <p:sp>
        <p:nvSpPr>
          <p:cNvPr id="64" name="Google Shape;64;p13"/>
          <p:cNvSpPr txBox="1"/>
          <p:nvPr/>
        </p:nvSpPr>
        <p:spPr>
          <a:xfrm>
            <a:off x="1018786" y="2971314"/>
            <a:ext cx="8767800" cy="79086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GRAFF</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Here are a few reasons why I believe I am a great fit for this 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lighting/compositing artist to a lead role, gaining comprehensive knowledge of all CG processes and software. Over the years, I have worked on a variety of projects that have honed my skills in modeling, texturing, lighting, and compositing. My hands-on experience with industry-standard software such as Maya, Houdini, Unreal, Nuke, and more has enabled me to tackle complex challenges efficiently.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background and a passion for diving into detailed documentation to fully understand software and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GRAFF</a:t>
            </a:r>
            <a:r>
              <a:rPr lang="uk" sz="1400">
                <a:solidFill>
                  <a:schemeClr val="dk1"/>
                </a:solidFill>
                <a:latin typeface="Calibri"/>
                <a:ea typeface="Calibri"/>
                <a:cs typeface="Calibri"/>
                <a:sym typeface="Calibri"/>
              </a:rPr>
              <a:t>. I am eager to bring my skills to your team and look forward to the opportunity to discuss this further. </a:t>
            </a:r>
            <a:br>
              <a:rPr lang="uk" sz="1400">
                <a:solidFill>
                  <a:schemeClr val="dk1"/>
                </a:solidFill>
                <a:latin typeface="Calibri"/>
                <a:ea typeface="Calibri"/>
                <a:cs typeface="Calibri"/>
                <a:sym typeface="Calibri"/>
              </a:rPr>
            </a:b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I am located in Krakow</a:t>
            </a:r>
            <a:r>
              <a:rPr lang="uk">
                <a:solidFill>
                  <a:schemeClr val="dk1"/>
                </a:solidFill>
                <a:latin typeface="Calibri"/>
                <a:ea typeface="Calibri"/>
                <a:cs typeface="Calibri"/>
                <a:sym typeface="Calibri"/>
              </a:rPr>
              <a:t>, walking distance from Kapelanka office.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Ready for a </a:t>
            </a:r>
            <a:r>
              <a:rPr lang="uk">
                <a:solidFill>
                  <a:schemeClr val="dk1"/>
                </a:solidFill>
                <a:latin typeface="Calibri"/>
                <a:ea typeface="Calibri"/>
                <a:cs typeface="Calibri"/>
                <a:sym typeface="Calibri"/>
              </a:rPr>
              <a:t>hybrid </a:t>
            </a:r>
            <a:r>
              <a:rPr lang="uk" sz="1400">
                <a:solidFill>
                  <a:schemeClr val="dk1"/>
                </a:solidFill>
                <a:latin typeface="Calibri"/>
                <a:ea typeface="Calibri"/>
                <a:cs typeface="Calibri"/>
                <a:sym typeface="Calibri"/>
              </a:rPr>
              <a:t>workflow.</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can start in ~1 week.</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