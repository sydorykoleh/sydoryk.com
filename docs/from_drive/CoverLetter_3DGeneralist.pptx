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experience" TargetMode="External"/><Relationship Id="rId4" Type="http://schemas.openxmlformats.org/officeDocument/2006/relationships/hyperlink" Target="https://youtu.be/57tYajrnrwI" TargetMode="External"/><Relationship Id="rId5" Type="http://schemas.openxmlformats.org/officeDocument/2006/relationships/hyperlink" Target="https://youtu.be/3gb4lI7_X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Generalist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11 bit studio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29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of all, I have to say, I’m a big fan of Frostpunk. Would love to contribute to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development.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3D artist with 9+ years of experience in CGI productions as a Senior Lighting / Compositing artist.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job was to build workflow and assemble everything into final image, as result I have deep understanding of all aspects in 3D production. My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responsibility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was to transition from traditional rendering pipeline to UE5. I researched, and with out TD build new workflow and tools. We 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finished movie in Unreal.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Currently I’m working fully in Houdini.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Checkout my website: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https://sydoryk.com/experience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https://youtu.be/57tYajrnrwI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Showreel2: </a:t>
            </a:r>
            <a:r>
              <a:rPr lang="uk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https://youtu.be/3gb4lI7_XRA</a:t>
            </a: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would love hybrid model, but I’m located in Krakow, so only remote work for now, open to relocation in future.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