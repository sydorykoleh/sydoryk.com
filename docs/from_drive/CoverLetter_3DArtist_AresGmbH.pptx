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detail/Sofas" TargetMode="External"/><Relationship Id="rId4" Type="http://schemas.openxmlformats.org/officeDocument/2006/relationships/hyperlink" Target="https://sydoryk.com/detail/MicConfigurator/" TargetMode="External"/><Relationship Id="rId5" Type="http://schemas.openxmlformats.org/officeDocument/2006/relationships/hyperlink" Target="https://sydoryk.com/detail/IndustrialEquip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3D Visualization Artist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475579"/>
            <a:chOff x="4352731" y="1228757"/>
            <a:chExt cx="2497800" cy="353092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oleh@sydoryk.com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59" name="Google Shape;59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0" name="Google Shape;60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" name="Google Shape;62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Ares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018775" y="2971327"/>
            <a:ext cx="8767800" cy="5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reaching out because I’m very interested in the 3D Visualizer position. I’ve spent the last 9+ years working in high-end CGI, including 8 years as a Lead Lighting Artist for movies, but I really enjoy creating realistic product visualizations.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I’d be a great fit for the team: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an expert at modeling and texturing: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Whether it's starting from a CAD file or a reference photo, I can build it. For furniture, I use cloth simulations to make sure pillows and cushions look natural rather than "stiff" or digital.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focus on the realistic details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 don't just make clean renders. I add those tiny imperfections(like subtle scratches or dust)that make a customer feel like they’re looking at a real photo of a mirror or cabinet.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love automating the boring stuff: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my previous roles, I built procedural pipelines in Houdini to handle massive product lines. I delivered over 8,000 images for a sofa collection by automating the camera and material variations, ensuring every single shot looked consistent.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Tech-savvy and adaptable: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I’m experienced with Houdini, Redshift, Arnold, and Unreal Engine 5, and I’m comfortable using Nuke for image post processing.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see my work in action here: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Furniture/High-volume delivery: </a:t>
            </a:r>
            <a:r>
              <a:rPr lang="uk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https://sydoryk.com/detail/Sofas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High-end materials: </a:t>
            </a:r>
            <a:r>
              <a:rPr lang="uk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https://sydoryk.com/detail/MicConfigurator/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Industrial/CAD work: </a:t>
            </a:r>
            <a:r>
              <a:rPr lang="uk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https://sydoryk.com/detail/IndustrialEquipment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currently based in Krakow but am open to discussing how I can contribute to your team. 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I’d love to have a quick chat about how I can help Ares GmbH continue to grow. Thanks for your time!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